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77" r:id="rId2"/>
    <p:sldId id="447" r:id="rId3"/>
    <p:sldId id="472" r:id="rId4"/>
    <p:sldId id="430" r:id="rId5"/>
    <p:sldId id="468" r:id="rId6"/>
    <p:sldId id="469" r:id="rId7"/>
    <p:sldId id="470" r:id="rId8"/>
    <p:sldId id="471" r:id="rId9"/>
    <p:sldId id="421" r:id="rId10"/>
    <p:sldId id="2246" r:id="rId11"/>
    <p:sldId id="444" r:id="rId12"/>
    <p:sldId id="2248" r:id="rId13"/>
    <p:sldId id="2249" r:id="rId14"/>
    <p:sldId id="2259" r:id="rId15"/>
    <p:sldId id="2260" r:id="rId16"/>
    <p:sldId id="420" r:id="rId17"/>
    <p:sldId id="2253" r:id="rId18"/>
    <p:sldId id="2257" r:id="rId19"/>
    <p:sldId id="2258" r:id="rId20"/>
    <p:sldId id="293" r:id="rId21"/>
  </p:sldIdLst>
  <p:sldSz cx="12192000" cy="6858000"/>
  <p:notesSz cx="6858000" cy="9144000"/>
  <p:embeddedFontLst>
    <p:embeddedFont>
      <p:font typeface="맑은 고딕" panose="020B0503020000020004" pitchFamily="34" charset="-127"/>
      <p:regular r:id="rId24"/>
      <p:bold r:id="rId25"/>
    </p:embeddedFont>
    <p:embeddedFont>
      <p:font typeface="Poppins Light" panose="00000400000000000000" pitchFamily="2" charset="0"/>
      <p:regular r:id="rId26"/>
      <p:italic r:id="rId27"/>
    </p:embeddedFont>
    <p:embeddedFont>
      <p:font typeface="Poppins SemiBold" panose="00000700000000000000" pitchFamily="2" charset="0"/>
      <p:bold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6668"/>
    <a:srgbClr val="D291F3"/>
    <a:srgbClr val="81EEEB"/>
    <a:srgbClr val="FFDBDB"/>
    <a:srgbClr val="FE6347"/>
    <a:srgbClr val="6DF2A5"/>
    <a:srgbClr val="FFF7F5"/>
    <a:srgbClr val="FDF9F7"/>
    <a:srgbClr val="040146"/>
    <a:srgbClr val="3629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0EBE6-DDA9-4C17-826A-E2F4ECCC3188}" v="21" dt="2025-11-05T07:09:54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16" autoAdjust="0"/>
    <p:restoredTop sz="94660"/>
  </p:normalViewPr>
  <p:slideViewPr>
    <p:cSldViewPr snapToGrid="0">
      <p:cViewPr varScale="1">
        <p:scale>
          <a:sx n="45" d="100"/>
          <a:sy n="45" d="100"/>
        </p:scale>
        <p:origin x="27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02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y Ela Ralantonisainana" userId="e5e90c98905e12d0" providerId="LiveId" clId="{4E35F324-F365-4816-AE10-BAA2E5DC0ED5}"/>
    <pc:docChg chg="undo custSel addSld delSld modSld sldOrd">
      <pc:chgData name="Ny Ela Ralantonisainana" userId="e5e90c98905e12d0" providerId="LiveId" clId="{4E35F324-F365-4816-AE10-BAA2E5DC0ED5}" dt="2025-11-05T07:10:06.372" v="428" actId="47"/>
      <pc:docMkLst>
        <pc:docMk/>
      </pc:docMkLst>
      <pc:sldChg chg="delSp modSp">
        <pc:chgData name="Ny Ela Ralantonisainana" userId="e5e90c98905e12d0" providerId="LiveId" clId="{4E35F324-F365-4816-AE10-BAA2E5DC0ED5}" dt="2025-10-30T19:57:55.976" v="2"/>
        <pc:sldMkLst>
          <pc:docMk/>
          <pc:sldMk cId="2765140013" sldId="277"/>
        </pc:sldMkLst>
        <pc:spChg chg="mod">
          <ac:chgData name="Ny Ela Ralantonisainana" userId="e5e90c98905e12d0" providerId="LiveId" clId="{4E35F324-F365-4816-AE10-BAA2E5DC0ED5}" dt="2025-10-30T19:57:55.976" v="2"/>
          <ac:spMkLst>
            <pc:docMk/>
            <pc:sldMk cId="2765140013" sldId="277"/>
            <ac:spMk id="2" creationId="{3C7EDA02-6171-4C76-BD7F-B4C3D4CAF290}"/>
          </ac:spMkLst>
        </pc:spChg>
        <pc:spChg chg="del">
          <ac:chgData name="Ny Ela Ralantonisainana" userId="e5e90c98905e12d0" providerId="LiveId" clId="{4E35F324-F365-4816-AE10-BAA2E5DC0ED5}" dt="2025-10-30T19:57:38.990" v="1"/>
          <ac:spMkLst>
            <pc:docMk/>
            <pc:sldMk cId="2765140013" sldId="277"/>
            <ac:spMk id="26" creationId="{F168239E-8B59-48A9-BDF6-FA2A70847518}"/>
          </ac:spMkLst>
        </pc:spChg>
      </pc:sldChg>
      <pc:sldChg chg="addSp modSp del">
        <pc:chgData name="Ny Ela Ralantonisainana" userId="e5e90c98905e12d0" providerId="LiveId" clId="{4E35F324-F365-4816-AE10-BAA2E5DC0ED5}" dt="2025-11-05T06:03:57.980" v="375" actId="47"/>
        <pc:sldMkLst>
          <pc:docMk/>
          <pc:sldMk cId="3508263287" sldId="287"/>
        </pc:sldMkLst>
      </pc:sldChg>
      <pc:sldChg chg="del">
        <pc:chgData name="Ny Ela Ralantonisainana" userId="e5e90c98905e12d0" providerId="LiveId" clId="{4E35F324-F365-4816-AE10-BAA2E5DC0ED5}" dt="2025-11-05T06:04:01.409" v="378" actId="47"/>
        <pc:sldMkLst>
          <pc:docMk/>
          <pc:sldMk cId="3247122236" sldId="291"/>
        </pc:sldMkLst>
      </pc:sldChg>
      <pc:sldChg chg="del">
        <pc:chgData name="Ny Ela Ralantonisainana" userId="e5e90c98905e12d0" providerId="LiveId" clId="{4E35F324-F365-4816-AE10-BAA2E5DC0ED5}" dt="2025-11-05T06:04:05.702" v="382" actId="47"/>
        <pc:sldMkLst>
          <pc:docMk/>
          <pc:sldMk cId="4046769741" sldId="292"/>
        </pc:sldMkLst>
      </pc:sldChg>
      <pc:sldChg chg="delSp modSp mod">
        <pc:chgData name="Ny Ela Ralantonisainana" userId="e5e90c98905e12d0" providerId="LiveId" clId="{4E35F324-F365-4816-AE10-BAA2E5DC0ED5}" dt="2025-11-05T06:04:31.188" v="417" actId="1076"/>
        <pc:sldMkLst>
          <pc:docMk/>
          <pc:sldMk cId="1907620479" sldId="293"/>
        </pc:sldMkLst>
        <pc:spChg chg="mod">
          <ac:chgData name="Ny Ela Ralantonisainana" userId="e5e90c98905e12d0" providerId="LiveId" clId="{4E35F324-F365-4816-AE10-BAA2E5DC0ED5}" dt="2025-11-05T06:04:31.188" v="417" actId="1076"/>
          <ac:spMkLst>
            <pc:docMk/>
            <pc:sldMk cId="1907620479" sldId="293"/>
            <ac:spMk id="6" creationId="{101A5185-63D0-4A8C-A249-BDD71C42AE54}"/>
          </ac:spMkLst>
        </pc:spChg>
        <pc:spChg chg="del mod">
          <ac:chgData name="Ny Ela Ralantonisainana" userId="e5e90c98905e12d0" providerId="LiveId" clId="{4E35F324-F365-4816-AE10-BAA2E5DC0ED5}" dt="2025-11-05T06:04:20.903" v="414" actId="478"/>
          <ac:spMkLst>
            <pc:docMk/>
            <pc:sldMk cId="1907620479" sldId="293"/>
            <ac:spMk id="7" creationId="{B9A99A32-5752-4F46-90C2-1C48D71440C8}"/>
          </ac:spMkLst>
        </pc:spChg>
      </pc:sldChg>
      <pc:sldChg chg="del">
        <pc:chgData name="Ny Ela Ralantonisainana" userId="e5e90c98905e12d0" providerId="LiveId" clId="{4E35F324-F365-4816-AE10-BAA2E5DC0ED5}" dt="2025-11-05T06:04:00.190" v="377" actId="47"/>
        <pc:sldMkLst>
          <pc:docMk/>
          <pc:sldMk cId="3343412915" sldId="294"/>
        </pc:sldMkLst>
      </pc:sldChg>
      <pc:sldChg chg="del">
        <pc:chgData name="Ny Ela Ralantonisainana" userId="e5e90c98905e12d0" providerId="LiveId" clId="{4E35F324-F365-4816-AE10-BAA2E5DC0ED5}" dt="2025-11-05T06:04:02.184" v="379" actId="47"/>
        <pc:sldMkLst>
          <pc:docMk/>
          <pc:sldMk cId="2483527859" sldId="295"/>
        </pc:sldMkLst>
      </pc:sldChg>
      <pc:sldChg chg="del">
        <pc:chgData name="Ny Ela Ralantonisainana" userId="e5e90c98905e12d0" providerId="LiveId" clId="{4E35F324-F365-4816-AE10-BAA2E5DC0ED5}" dt="2025-11-05T06:04:03.171" v="380" actId="47"/>
        <pc:sldMkLst>
          <pc:docMk/>
          <pc:sldMk cId="2222150521" sldId="378"/>
        </pc:sldMkLst>
      </pc:sldChg>
      <pc:sldChg chg="del">
        <pc:chgData name="Ny Ela Ralantonisainana" userId="e5e90c98905e12d0" providerId="LiveId" clId="{4E35F324-F365-4816-AE10-BAA2E5DC0ED5}" dt="2025-11-05T06:04:09.881" v="386" actId="47"/>
        <pc:sldMkLst>
          <pc:docMk/>
          <pc:sldMk cId="2109606698" sldId="389"/>
        </pc:sldMkLst>
      </pc:sldChg>
      <pc:sldChg chg="add del">
        <pc:chgData name="Ny Ela Ralantonisainana" userId="e5e90c98905e12d0" providerId="LiveId" clId="{4E35F324-F365-4816-AE10-BAA2E5DC0ED5}" dt="2025-11-05T07:09:54.748" v="427"/>
        <pc:sldMkLst>
          <pc:docMk/>
          <pc:sldMk cId="1397264949" sldId="420"/>
        </pc:sldMkLst>
      </pc:sldChg>
      <pc:sldChg chg="ord">
        <pc:chgData name="Ny Ela Ralantonisainana" userId="e5e90c98905e12d0" providerId="LiveId" clId="{4E35F324-F365-4816-AE10-BAA2E5DC0ED5}" dt="2025-10-30T21:36:45.514" v="73"/>
        <pc:sldMkLst>
          <pc:docMk/>
          <pc:sldMk cId="107681776" sldId="421"/>
        </pc:sldMkLst>
      </pc:sldChg>
      <pc:sldChg chg="del">
        <pc:chgData name="Ny Ela Ralantonisainana" userId="e5e90c98905e12d0" providerId="LiveId" clId="{4E35F324-F365-4816-AE10-BAA2E5DC0ED5}" dt="2025-11-05T06:03:52.241" v="369" actId="47"/>
        <pc:sldMkLst>
          <pc:docMk/>
          <pc:sldMk cId="3865803504" sldId="424"/>
        </pc:sldMkLst>
      </pc:sldChg>
      <pc:sldChg chg="addSp modSp ord">
        <pc:chgData name="Ny Ela Ralantonisainana" userId="e5e90c98905e12d0" providerId="LiveId" clId="{4E35F324-F365-4816-AE10-BAA2E5DC0ED5}" dt="2025-10-30T20:46:43.187" v="30"/>
        <pc:sldMkLst>
          <pc:docMk/>
          <pc:sldMk cId="381813725" sldId="430"/>
        </pc:sldMkLst>
        <pc:spChg chg="mod">
          <ac:chgData name="Ny Ela Ralantonisainana" userId="e5e90c98905e12d0" providerId="LiveId" clId="{4E35F324-F365-4816-AE10-BAA2E5DC0ED5}" dt="2025-10-30T20:22:21.469" v="5"/>
          <ac:spMkLst>
            <pc:docMk/>
            <pc:sldMk cId="381813725" sldId="430"/>
            <ac:spMk id="18" creationId="{83AC9339-D217-433A-B73D-4394BE3AF396}"/>
          </ac:spMkLst>
        </pc:spChg>
        <pc:picChg chg="add mod">
          <ac:chgData name="Ny Ela Ralantonisainana" userId="e5e90c98905e12d0" providerId="LiveId" clId="{4E35F324-F365-4816-AE10-BAA2E5DC0ED5}" dt="2025-10-30T20:26:20.831" v="12"/>
          <ac:picMkLst>
            <pc:docMk/>
            <pc:sldMk cId="381813725" sldId="430"/>
            <ac:picMk id="7" creationId="{A973EF1B-82EA-6A50-F91B-D56E8E0E201B}"/>
          </ac:picMkLst>
        </pc:picChg>
        <pc:picChg chg="add mod">
          <ac:chgData name="Ny Ela Ralantonisainana" userId="e5e90c98905e12d0" providerId="LiveId" clId="{4E35F324-F365-4816-AE10-BAA2E5DC0ED5}" dt="2025-10-30T20:46:43.187" v="30"/>
          <ac:picMkLst>
            <pc:docMk/>
            <pc:sldMk cId="381813725" sldId="430"/>
            <ac:picMk id="8" creationId="{52BBDFA6-4630-DB13-790A-E98E4510A6B4}"/>
          </ac:picMkLst>
        </pc:picChg>
        <pc:picChg chg="add mod">
          <ac:chgData name="Ny Ela Ralantonisainana" userId="e5e90c98905e12d0" providerId="LiveId" clId="{4E35F324-F365-4816-AE10-BAA2E5DC0ED5}" dt="2025-10-30T20:46:31.633" v="29"/>
          <ac:picMkLst>
            <pc:docMk/>
            <pc:sldMk cId="381813725" sldId="430"/>
            <ac:picMk id="9" creationId="{69F15EA0-BF9A-1395-C394-629B78241161}"/>
          </ac:picMkLst>
        </pc:picChg>
      </pc:sldChg>
      <pc:sldChg chg="del">
        <pc:chgData name="Ny Ela Ralantonisainana" userId="e5e90c98905e12d0" providerId="LiveId" clId="{4E35F324-F365-4816-AE10-BAA2E5DC0ED5}" dt="2025-11-05T06:03:58.939" v="376" actId="47"/>
        <pc:sldMkLst>
          <pc:docMk/>
          <pc:sldMk cId="2653193825" sldId="443"/>
        </pc:sldMkLst>
      </pc:sldChg>
      <pc:sldChg chg="del">
        <pc:chgData name="Ny Ela Ralantonisainana" userId="e5e90c98905e12d0" providerId="LiveId" clId="{4E35F324-F365-4816-AE10-BAA2E5DC0ED5}" dt="2025-11-05T06:03:55.005" v="372" actId="47"/>
        <pc:sldMkLst>
          <pc:docMk/>
          <pc:sldMk cId="3580539573" sldId="445"/>
        </pc:sldMkLst>
      </pc:sldChg>
      <pc:sldChg chg="del">
        <pc:chgData name="Ny Ela Ralantonisainana" userId="e5e90c98905e12d0" providerId="LiveId" clId="{4E35F324-F365-4816-AE10-BAA2E5DC0ED5}" dt="2025-11-05T06:04:08.425" v="385" actId="47"/>
        <pc:sldMkLst>
          <pc:docMk/>
          <pc:sldMk cId="3828426387" sldId="446"/>
        </pc:sldMkLst>
      </pc:sldChg>
      <pc:sldChg chg="ord">
        <pc:chgData name="Ny Ela Ralantonisainana" userId="e5e90c98905e12d0" providerId="LiveId" clId="{4E35F324-F365-4816-AE10-BAA2E5DC0ED5}" dt="2025-10-30T20:01:25.874" v="3"/>
        <pc:sldMkLst>
          <pc:docMk/>
          <pc:sldMk cId="3504891694" sldId="447"/>
        </pc:sldMkLst>
      </pc:sldChg>
      <pc:sldChg chg="del">
        <pc:chgData name="Ny Ela Ralantonisainana" userId="e5e90c98905e12d0" providerId="LiveId" clId="{4E35F324-F365-4816-AE10-BAA2E5DC0ED5}" dt="2025-11-05T06:03:54.300" v="371" actId="47"/>
        <pc:sldMkLst>
          <pc:docMk/>
          <pc:sldMk cId="2797456912" sldId="448"/>
        </pc:sldMkLst>
      </pc:sldChg>
      <pc:sldChg chg="del">
        <pc:chgData name="Ny Ela Ralantonisainana" userId="e5e90c98905e12d0" providerId="LiveId" clId="{4E35F324-F365-4816-AE10-BAA2E5DC0ED5}" dt="2025-11-05T06:04:07.756" v="384" actId="47"/>
        <pc:sldMkLst>
          <pc:docMk/>
          <pc:sldMk cId="2748377714" sldId="449"/>
        </pc:sldMkLst>
      </pc:sldChg>
      <pc:sldChg chg="del">
        <pc:chgData name="Ny Ela Ralantonisainana" userId="e5e90c98905e12d0" providerId="LiveId" clId="{4E35F324-F365-4816-AE10-BAA2E5DC0ED5}" dt="2025-11-05T06:04:06.653" v="383" actId="47"/>
        <pc:sldMkLst>
          <pc:docMk/>
          <pc:sldMk cId="1562518710" sldId="451"/>
        </pc:sldMkLst>
      </pc:sldChg>
      <pc:sldChg chg="del">
        <pc:chgData name="Ny Ela Ralantonisainana" userId="e5e90c98905e12d0" providerId="LiveId" clId="{4E35F324-F365-4816-AE10-BAA2E5DC0ED5}" dt="2025-11-05T06:03:56.644" v="374" actId="47"/>
        <pc:sldMkLst>
          <pc:docMk/>
          <pc:sldMk cId="2904987014" sldId="452"/>
        </pc:sldMkLst>
      </pc:sldChg>
      <pc:sldChg chg="del">
        <pc:chgData name="Ny Ela Ralantonisainana" userId="e5e90c98905e12d0" providerId="LiveId" clId="{4E35F324-F365-4816-AE10-BAA2E5DC0ED5}" dt="2025-11-05T06:03:55.879" v="373" actId="47"/>
        <pc:sldMkLst>
          <pc:docMk/>
          <pc:sldMk cId="3395823816" sldId="454"/>
        </pc:sldMkLst>
      </pc:sldChg>
      <pc:sldChg chg="del">
        <pc:chgData name="Ny Ela Ralantonisainana" userId="e5e90c98905e12d0" providerId="LiveId" clId="{4E35F324-F365-4816-AE10-BAA2E5DC0ED5}" dt="2025-11-05T06:04:04.060" v="381" actId="47"/>
        <pc:sldMkLst>
          <pc:docMk/>
          <pc:sldMk cId="1128159561" sldId="466"/>
        </pc:sldMkLst>
      </pc:sldChg>
      <pc:sldChg chg="addSp modSp">
        <pc:chgData name="Ny Ela Ralantonisainana" userId="e5e90c98905e12d0" providerId="LiveId" clId="{4E35F324-F365-4816-AE10-BAA2E5DC0ED5}" dt="2025-10-30T21:34:59.290" v="71" actId="14826"/>
        <pc:sldMkLst>
          <pc:docMk/>
          <pc:sldMk cId="2536454120" sldId="468"/>
        </pc:sldMkLst>
        <pc:spChg chg="mod">
          <ac:chgData name="Ny Ela Ralantonisainana" userId="e5e90c98905e12d0" providerId="LiveId" clId="{4E35F324-F365-4816-AE10-BAA2E5DC0ED5}" dt="2025-10-30T20:29:11.390" v="13"/>
          <ac:spMkLst>
            <pc:docMk/>
            <pc:sldMk cId="2536454120" sldId="468"/>
            <ac:spMk id="18" creationId="{DFF51B0F-051A-F750-6EE3-2A00828FB979}"/>
          </ac:spMkLst>
        </pc:spChg>
        <pc:picChg chg="add mod">
          <ac:chgData name="Ny Ela Ralantonisainana" userId="e5e90c98905e12d0" providerId="LiveId" clId="{4E35F324-F365-4816-AE10-BAA2E5DC0ED5}" dt="2025-10-30T20:46:28.878" v="28"/>
          <ac:picMkLst>
            <pc:docMk/>
            <pc:sldMk cId="2536454120" sldId="468"/>
            <ac:picMk id="5" creationId="{220873CB-E362-EDD4-7B80-D700275337DD}"/>
          </ac:picMkLst>
        </pc:picChg>
        <pc:picChg chg="mod">
          <ac:chgData name="Ny Ela Ralantonisainana" userId="e5e90c98905e12d0" providerId="LiveId" clId="{4E35F324-F365-4816-AE10-BAA2E5DC0ED5}" dt="2025-10-30T21:34:59.290" v="71" actId="14826"/>
          <ac:picMkLst>
            <pc:docMk/>
            <pc:sldMk cId="2536454120" sldId="468"/>
            <ac:picMk id="8" creationId="{470FE6E3-3FA3-7181-2470-8C02AB05CA0C}"/>
          </ac:picMkLst>
        </pc:picChg>
      </pc:sldChg>
      <pc:sldChg chg="addSp modSp">
        <pc:chgData name="Ny Ela Ralantonisainana" userId="e5e90c98905e12d0" providerId="LiveId" clId="{4E35F324-F365-4816-AE10-BAA2E5DC0ED5}" dt="2025-10-30T20:57:21.885" v="33"/>
        <pc:sldMkLst>
          <pc:docMk/>
          <pc:sldMk cId="3813821290" sldId="469"/>
        </pc:sldMkLst>
        <pc:spChg chg="mod">
          <ac:chgData name="Ny Ela Ralantonisainana" userId="e5e90c98905e12d0" providerId="LiveId" clId="{4E35F324-F365-4816-AE10-BAA2E5DC0ED5}" dt="2025-10-30T20:37:49.014" v="18"/>
          <ac:spMkLst>
            <pc:docMk/>
            <pc:sldMk cId="3813821290" sldId="469"/>
            <ac:spMk id="18" creationId="{2E85E6C4-917E-6507-3E17-0F6C8BD756C0}"/>
          </ac:spMkLst>
        </pc:spChg>
        <pc:picChg chg="add mod">
          <ac:chgData name="Ny Ela Ralantonisainana" userId="e5e90c98905e12d0" providerId="LiveId" clId="{4E35F324-F365-4816-AE10-BAA2E5DC0ED5}" dt="2025-10-30T20:46:26.118" v="27"/>
          <ac:picMkLst>
            <pc:docMk/>
            <pc:sldMk cId="3813821290" sldId="469"/>
            <ac:picMk id="2" creationId="{C10F047C-2D37-4C5E-D067-CF8209545410}"/>
          </ac:picMkLst>
        </pc:picChg>
        <pc:picChg chg="add mod">
          <ac:chgData name="Ny Ela Ralantonisainana" userId="e5e90c98905e12d0" providerId="LiveId" clId="{4E35F324-F365-4816-AE10-BAA2E5DC0ED5}" dt="2025-10-30T20:57:14.633" v="32"/>
          <ac:picMkLst>
            <pc:docMk/>
            <pc:sldMk cId="3813821290" sldId="469"/>
            <ac:picMk id="4" creationId="{9FFBF456-67AA-5B4F-7F54-24777DBD9707}"/>
          </ac:picMkLst>
        </pc:picChg>
        <pc:picChg chg="add mod">
          <ac:chgData name="Ny Ela Ralantonisainana" userId="e5e90c98905e12d0" providerId="LiveId" clId="{4E35F324-F365-4816-AE10-BAA2E5DC0ED5}" dt="2025-10-30T20:57:21.885" v="33"/>
          <ac:picMkLst>
            <pc:docMk/>
            <pc:sldMk cId="3813821290" sldId="469"/>
            <ac:picMk id="5" creationId="{3B19AEEA-E7F0-2FF1-243B-08E0F10FA736}"/>
          </ac:picMkLst>
        </pc:picChg>
      </pc:sldChg>
      <pc:sldChg chg="addSp modSp">
        <pc:chgData name="Ny Ela Ralantonisainana" userId="e5e90c98905e12d0" providerId="LiveId" clId="{4E35F324-F365-4816-AE10-BAA2E5DC0ED5}" dt="2025-10-30T21:21:29.716" v="61"/>
        <pc:sldMkLst>
          <pc:docMk/>
          <pc:sldMk cId="2060906919" sldId="470"/>
        </pc:sldMkLst>
        <pc:spChg chg="add mod">
          <ac:chgData name="Ny Ela Ralantonisainana" userId="e5e90c98905e12d0" providerId="LiveId" clId="{4E35F324-F365-4816-AE10-BAA2E5DC0ED5}" dt="2025-10-30T21:00:35.071" v="37"/>
          <ac:spMkLst>
            <pc:docMk/>
            <pc:sldMk cId="2060906919" sldId="470"/>
            <ac:spMk id="9" creationId="{D209E06B-33FC-6619-BC15-DD213BC97C3B}"/>
          </ac:spMkLst>
        </pc:spChg>
        <pc:spChg chg="mod">
          <ac:chgData name="Ny Ela Ralantonisainana" userId="e5e90c98905e12d0" providerId="LiveId" clId="{4E35F324-F365-4816-AE10-BAA2E5DC0ED5}" dt="2025-10-30T21:18:39.748" v="46"/>
          <ac:spMkLst>
            <pc:docMk/>
            <pc:sldMk cId="2060906919" sldId="470"/>
            <ac:spMk id="18" creationId="{DB87E0AF-8FB4-0DD5-1321-15B084A51E73}"/>
          </ac:spMkLst>
        </pc:spChg>
        <pc:picChg chg="add mod">
          <ac:chgData name="Ny Ela Ralantonisainana" userId="e5e90c98905e12d0" providerId="LiveId" clId="{4E35F324-F365-4816-AE10-BAA2E5DC0ED5}" dt="2025-10-30T21:21:29.716" v="61"/>
          <ac:picMkLst>
            <pc:docMk/>
            <pc:sldMk cId="2060906919" sldId="470"/>
            <ac:picMk id="2" creationId="{DB9E0DA5-EB74-6DBE-9CF3-591C844AE054}"/>
          </ac:picMkLst>
        </pc:picChg>
        <pc:picChg chg="add mod">
          <ac:chgData name="Ny Ela Ralantonisainana" userId="e5e90c98905e12d0" providerId="LiveId" clId="{4E35F324-F365-4816-AE10-BAA2E5DC0ED5}" dt="2025-10-30T20:57:53.564" v="34" actId="931"/>
          <ac:picMkLst>
            <pc:docMk/>
            <pc:sldMk cId="2060906919" sldId="470"/>
            <ac:picMk id="6" creationId="{5645BDD0-69C3-34E2-00B1-59821BA3B010}"/>
          </ac:picMkLst>
        </pc:picChg>
        <pc:picChg chg="add mod">
          <ac:chgData name="Ny Ela Ralantonisainana" userId="e5e90c98905e12d0" providerId="LiveId" clId="{4E35F324-F365-4816-AE10-BAA2E5DC0ED5}" dt="2025-10-30T21:04:24.926" v="41" actId="931"/>
          <ac:picMkLst>
            <pc:docMk/>
            <pc:sldMk cId="2060906919" sldId="470"/>
            <ac:picMk id="14" creationId="{2CB8D770-A592-F4E2-A01C-54675B1B2D3A}"/>
          </ac:picMkLst>
        </pc:picChg>
        <pc:picChg chg="add mod">
          <ac:chgData name="Ny Ela Ralantonisainana" userId="e5e90c98905e12d0" providerId="LiveId" clId="{4E35F324-F365-4816-AE10-BAA2E5DC0ED5}" dt="2025-10-30T21:06:31.749" v="42" actId="931"/>
          <ac:picMkLst>
            <pc:docMk/>
            <pc:sldMk cId="2060906919" sldId="470"/>
            <ac:picMk id="16" creationId="{B5740E78-5398-DBA1-EA23-A859FECB67E3}"/>
          </ac:picMkLst>
        </pc:picChg>
        <pc:picChg chg="add mod">
          <ac:chgData name="Ny Ela Ralantonisainana" userId="e5e90c98905e12d0" providerId="LiveId" clId="{4E35F324-F365-4816-AE10-BAA2E5DC0ED5}" dt="2025-10-30T21:11:24.794" v="43" actId="931"/>
          <ac:picMkLst>
            <pc:docMk/>
            <pc:sldMk cId="2060906919" sldId="470"/>
            <ac:picMk id="21" creationId="{EB91BDAE-E9AC-D5AE-669C-0E3B88F1199B}"/>
          </ac:picMkLst>
        </pc:picChg>
        <pc:picChg chg="add mod">
          <ac:chgData name="Ny Ela Ralantonisainana" userId="e5e90c98905e12d0" providerId="LiveId" clId="{4E35F324-F365-4816-AE10-BAA2E5DC0ED5}" dt="2025-10-30T21:12:43.471" v="44" actId="931"/>
          <ac:picMkLst>
            <pc:docMk/>
            <pc:sldMk cId="2060906919" sldId="470"/>
            <ac:picMk id="23" creationId="{048EEFE7-AD68-B4BE-09F0-69DEDC37A325}"/>
          </ac:picMkLst>
        </pc:picChg>
        <pc:picChg chg="add mod">
          <ac:chgData name="Ny Ela Ralantonisainana" userId="e5e90c98905e12d0" providerId="LiveId" clId="{4E35F324-F365-4816-AE10-BAA2E5DC0ED5}" dt="2025-10-30T21:16:05.383" v="45" actId="931"/>
          <ac:picMkLst>
            <pc:docMk/>
            <pc:sldMk cId="2060906919" sldId="470"/>
            <ac:picMk id="25" creationId="{A0D8B6C1-D230-540C-00F0-8667B1968A51}"/>
          </ac:picMkLst>
        </pc:picChg>
      </pc:sldChg>
      <pc:sldChg chg="addSp delSp modSp ord">
        <pc:chgData name="Ny Ela Ralantonisainana" userId="e5e90c98905e12d0" providerId="LiveId" clId="{4E35F324-F365-4816-AE10-BAA2E5DC0ED5}" dt="2025-10-30T21:31:57.105" v="70" actId="14826"/>
        <pc:sldMkLst>
          <pc:docMk/>
          <pc:sldMk cId="203771070" sldId="471"/>
        </pc:sldMkLst>
        <pc:spChg chg="del mod">
          <ac:chgData name="Ny Ela Ralantonisainana" userId="e5e90c98905e12d0" providerId="LiveId" clId="{4E35F324-F365-4816-AE10-BAA2E5DC0ED5}" dt="2025-10-30T21:27:04.148" v="68"/>
          <ac:spMkLst>
            <pc:docMk/>
            <pc:sldMk cId="203771070" sldId="471"/>
            <ac:spMk id="18" creationId="{AD2B298F-E36F-FC8F-B56C-92EEE8BDA5CB}"/>
          </ac:spMkLst>
        </pc:spChg>
        <pc:spChg chg="mod">
          <ac:chgData name="Ny Ela Ralantonisainana" userId="e5e90c98905e12d0" providerId="LiveId" clId="{4E35F324-F365-4816-AE10-BAA2E5DC0ED5}" dt="2025-10-30T21:24:08.492" v="65"/>
          <ac:spMkLst>
            <pc:docMk/>
            <pc:sldMk cId="203771070" sldId="471"/>
            <ac:spMk id="19" creationId="{C45C7D82-D01E-D22E-D559-AE9631BFD4A8}"/>
          </ac:spMkLst>
        </pc:spChg>
        <pc:picChg chg="add mod">
          <ac:chgData name="Ny Ela Ralantonisainana" userId="e5e90c98905e12d0" providerId="LiveId" clId="{4E35F324-F365-4816-AE10-BAA2E5DC0ED5}" dt="2025-10-30T21:31:57.105" v="70" actId="14826"/>
          <ac:picMkLst>
            <pc:docMk/>
            <pc:sldMk cId="203771070" sldId="471"/>
            <ac:picMk id="7" creationId="{6E517E1F-3F44-083A-574D-F923DDBE34A7}"/>
          </ac:picMkLst>
        </pc:picChg>
      </pc:sldChg>
      <pc:sldChg chg="add">
        <pc:chgData name="Ny Ela Ralantonisainana" userId="e5e90c98905e12d0" providerId="LiveId" clId="{4E35F324-F365-4816-AE10-BAA2E5DC0ED5}" dt="2025-10-30T21:36:59.429" v="74"/>
        <pc:sldMkLst>
          <pc:docMk/>
          <pc:sldMk cId="2050973425" sldId="472"/>
        </pc:sldMkLst>
      </pc:sldChg>
      <pc:sldChg chg="del">
        <pc:chgData name="Ny Ela Ralantonisainana" userId="e5e90c98905e12d0" providerId="LiveId" clId="{4E35F324-F365-4816-AE10-BAA2E5DC0ED5}" dt="2025-11-05T07:09:34.663" v="422" actId="47"/>
        <pc:sldMkLst>
          <pc:docMk/>
          <pc:sldMk cId="1264766594" sldId="2250"/>
        </pc:sldMkLst>
      </pc:sldChg>
      <pc:sldChg chg="del">
        <pc:chgData name="Ny Ela Ralantonisainana" userId="e5e90c98905e12d0" providerId="LiveId" clId="{4E35F324-F365-4816-AE10-BAA2E5DC0ED5}" dt="2025-11-05T07:09:47.777" v="426" actId="47"/>
        <pc:sldMkLst>
          <pc:docMk/>
          <pc:sldMk cId="3613516636" sldId="2251"/>
        </pc:sldMkLst>
      </pc:sldChg>
      <pc:sldChg chg="addSp delSp modSp mod">
        <pc:chgData name="Ny Ela Ralantonisainana" userId="e5e90c98905e12d0" providerId="LiveId" clId="{4E35F324-F365-4816-AE10-BAA2E5DC0ED5}" dt="2025-11-05T05:42:10.225" v="147" actId="20577"/>
        <pc:sldMkLst>
          <pc:docMk/>
          <pc:sldMk cId="4250279286" sldId="2253"/>
        </pc:sldMkLst>
        <pc:spChg chg="add mod">
          <ac:chgData name="Ny Ela Ralantonisainana" userId="e5e90c98905e12d0" providerId="LiveId" clId="{4E35F324-F365-4816-AE10-BAA2E5DC0ED5}" dt="2025-11-05T05:32:10.460" v="124" actId="20577"/>
          <ac:spMkLst>
            <pc:docMk/>
            <pc:sldMk cId="4250279286" sldId="2253"/>
            <ac:spMk id="2" creationId="{AA819FB4-FA28-78CC-55A5-F8DAEE404DAC}"/>
          </ac:spMkLst>
        </pc:spChg>
        <pc:spChg chg="add mod">
          <ac:chgData name="Ny Ela Ralantonisainana" userId="e5e90c98905e12d0" providerId="LiveId" clId="{4E35F324-F365-4816-AE10-BAA2E5DC0ED5}" dt="2025-11-05T05:42:10.225" v="147" actId="20577"/>
          <ac:spMkLst>
            <pc:docMk/>
            <pc:sldMk cId="4250279286" sldId="2253"/>
            <ac:spMk id="5" creationId="{115C26E6-42B8-5807-BD26-7EB7C75475D8}"/>
          </ac:spMkLst>
        </pc:spChg>
        <pc:picChg chg="add mod">
          <ac:chgData name="Ny Ela Ralantonisainana" userId="e5e90c98905e12d0" providerId="LiveId" clId="{4E35F324-F365-4816-AE10-BAA2E5DC0ED5}" dt="2025-11-05T05:40:22.402" v="131" actId="1076"/>
          <ac:picMkLst>
            <pc:docMk/>
            <pc:sldMk cId="4250279286" sldId="2253"/>
            <ac:picMk id="4" creationId="{C2163FD7-1B31-5526-AFB1-81C80F642C4B}"/>
          </ac:picMkLst>
        </pc:picChg>
        <pc:picChg chg="del">
          <ac:chgData name="Ny Ela Ralantonisainana" userId="e5e90c98905e12d0" providerId="LiveId" clId="{4E35F324-F365-4816-AE10-BAA2E5DC0ED5}" dt="2025-11-05T05:40:14.989" v="128" actId="478"/>
          <ac:picMkLst>
            <pc:docMk/>
            <pc:sldMk cId="4250279286" sldId="2253"/>
            <ac:picMk id="10" creationId="{54835F57-B776-315E-2B95-B8AF38AEE286}"/>
          </ac:picMkLst>
        </pc:picChg>
      </pc:sldChg>
      <pc:sldChg chg="del">
        <pc:chgData name="Ny Ela Ralantonisainana" userId="e5e90c98905e12d0" providerId="LiveId" clId="{4E35F324-F365-4816-AE10-BAA2E5DC0ED5}" dt="2025-11-05T07:09:39.844" v="423" actId="47"/>
        <pc:sldMkLst>
          <pc:docMk/>
          <pc:sldMk cId="2841935455" sldId="2255"/>
        </pc:sldMkLst>
      </pc:sldChg>
      <pc:sldChg chg="add del">
        <pc:chgData name="Ny Ela Ralantonisainana" userId="e5e90c98905e12d0" providerId="LiveId" clId="{4E35F324-F365-4816-AE10-BAA2E5DC0ED5}" dt="2025-11-05T07:10:06.372" v="428" actId="47"/>
        <pc:sldMkLst>
          <pc:docMk/>
          <pc:sldMk cId="1916625982" sldId="2256"/>
        </pc:sldMkLst>
      </pc:sldChg>
      <pc:sldChg chg="addSp delSp modSp add mod">
        <pc:chgData name="Ny Ela Ralantonisainana" userId="e5e90c98905e12d0" providerId="LiveId" clId="{4E35F324-F365-4816-AE10-BAA2E5DC0ED5}" dt="2025-11-05T06:01:57.646" v="309" actId="1076"/>
        <pc:sldMkLst>
          <pc:docMk/>
          <pc:sldMk cId="2083517479" sldId="2257"/>
        </pc:sldMkLst>
        <pc:spChg chg="mod">
          <ac:chgData name="Ny Ela Ralantonisainana" userId="e5e90c98905e12d0" providerId="LiveId" clId="{4E35F324-F365-4816-AE10-BAA2E5DC0ED5}" dt="2025-11-05T05:57:17.003" v="263" actId="20577"/>
          <ac:spMkLst>
            <pc:docMk/>
            <pc:sldMk cId="2083517479" sldId="2257"/>
            <ac:spMk id="2" creationId="{0C554937-F355-87FD-5488-10082B5EFA1B}"/>
          </ac:spMkLst>
        </pc:spChg>
        <pc:spChg chg="del">
          <ac:chgData name="Ny Ela Ralantonisainana" userId="e5e90c98905e12d0" providerId="LiveId" clId="{4E35F324-F365-4816-AE10-BAA2E5DC0ED5}" dt="2025-11-05T05:56:28.371" v="154" actId="478"/>
          <ac:spMkLst>
            <pc:docMk/>
            <pc:sldMk cId="2083517479" sldId="2257"/>
            <ac:spMk id="5" creationId="{FC841A90-B7EA-EC6B-142C-749795A47377}"/>
          </ac:spMkLst>
        </pc:spChg>
        <pc:spChg chg="add mod">
          <ac:chgData name="Ny Ela Ralantonisainana" userId="e5e90c98905e12d0" providerId="LiveId" clId="{4E35F324-F365-4816-AE10-BAA2E5DC0ED5}" dt="2025-11-05T05:59:54.459" v="292" actId="20577"/>
          <ac:spMkLst>
            <pc:docMk/>
            <pc:sldMk cId="2083517479" sldId="2257"/>
            <ac:spMk id="7" creationId="{4FD0541F-9B6E-91D9-8ABF-35F1DE4684BF}"/>
          </ac:spMkLst>
        </pc:spChg>
        <pc:spChg chg="mod">
          <ac:chgData name="Ny Ela Ralantonisainana" userId="e5e90c98905e12d0" providerId="LiveId" clId="{4E35F324-F365-4816-AE10-BAA2E5DC0ED5}" dt="2025-11-05T05:42:59.443" v="149" actId="1076"/>
          <ac:spMkLst>
            <pc:docMk/>
            <pc:sldMk cId="2083517479" sldId="2257"/>
            <ac:spMk id="11" creationId="{B5030314-E656-5FF6-C39C-E9E3FC80B715}"/>
          </ac:spMkLst>
        </pc:spChg>
        <pc:picChg chg="del">
          <ac:chgData name="Ny Ela Ralantonisainana" userId="e5e90c98905e12d0" providerId="LiveId" clId="{4E35F324-F365-4816-AE10-BAA2E5DC0ED5}" dt="2025-11-05T05:43:59.146" v="150" actId="478"/>
          <ac:picMkLst>
            <pc:docMk/>
            <pc:sldMk cId="2083517479" sldId="2257"/>
            <ac:picMk id="4" creationId="{3F6D422E-3445-C5B3-2950-A6B45366B7D7}"/>
          </ac:picMkLst>
        </pc:picChg>
        <pc:picChg chg="add mod">
          <ac:chgData name="Ny Ela Ralantonisainana" userId="e5e90c98905e12d0" providerId="LiveId" clId="{4E35F324-F365-4816-AE10-BAA2E5DC0ED5}" dt="2025-11-05T05:58:09.080" v="265" actId="1076"/>
          <ac:picMkLst>
            <pc:docMk/>
            <pc:sldMk cId="2083517479" sldId="2257"/>
            <ac:picMk id="6" creationId="{5BE9ECA8-1C56-1414-8309-48FC6FCF13A8}"/>
          </ac:picMkLst>
        </pc:picChg>
        <pc:picChg chg="add mod">
          <ac:chgData name="Ny Ela Ralantonisainana" userId="e5e90c98905e12d0" providerId="LiveId" clId="{4E35F324-F365-4816-AE10-BAA2E5DC0ED5}" dt="2025-11-05T06:01:19.647" v="297" actId="1076"/>
          <ac:picMkLst>
            <pc:docMk/>
            <pc:sldMk cId="2083517479" sldId="2257"/>
            <ac:picMk id="9" creationId="{83AE816D-8F63-92B7-1C8A-3DF0A05298CB}"/>
          </ac:picMkLst>
        </pc:picChg>
        <pc:picChg chg="add mod">
          <ac:chgData name="Ny Ela Ralantonisainana" userId="e5e90c98905e12d0" providerId="LiveId" clId="{4E35F324-F365-4816-AE10-BAA2E5DC0ED5}" dt="2025-11-05T06:01:34.176" v="302" actId="1076"/>
          <ac:picMkLst>
            <pc:docMk/>
            <pc:sldMk cId="2083517479" sldId="2257"/>
            <ac:picMk id="12" creationId="{6A52C861-9103-2855-4BCC-E6AB837D6A41}"/>
          </ac:picMkLst>
        </pc:picChg>
        <pc:picChg chg="add mod">
          <ac:chgData name="Ny Ela Ralantonisainana" userId="e5e90c98905e12d0" providerId="LiveId" clId="{4E35F324-F365-4816-AE10-BAA2E5DC0ED5}" dt="2025-11-05T06:01:46.585" v="306" actId="1076"/>
          <ac:picMkLst>
            <pc:docMk/>
            <pc:sldMk cId="2083517479" sldId="2257"/>
            <ac:picMk id="14" creationId="{86D2226B-0071-C4C1-285A-D604E64C5FF7}"/>
          </ac:picMkLst>
        </pc:picChg>
        <pc:picChg chg="add mod">
          <ac:chgData name="Ny Ela Ralantonisainana" userId="e5e90c98905e12d0" providerId="LiveId" clId="{4E35F324-F365-4816-AE10-BAA2E5DC0ED5}" dt="2025-11-05T06:01:57.646" v="309" actId="1076"/>
          <ac:picMkLst>
            <pc:docMk/>
            <pc:sldMk cId="2083517479" sldId="2257"/>
            <ac:picMk id="16" creationId="{1D157BF7-CD30-1379-1984-D172AC142EF6}"/>
          </ac:picMkLst>
        </pc:picChg>
      </pc:sldChg>
      <pc:sldChg chg="addSp delSp modSp add mod">
        <pc:chgData name="Ny Ela Ralantonisainana" userId="e5e90c98905e12d0" providerId="LiveId" clId="{4E35F324-F365-4816-AE10-BAA2E5DC0ED5}" dt="2025-11-05T06:03:41.152" v="368" actId="1076"/>
        <pc:sldMkLst>
          <pc:docMk/>
          <pc:sldMk cId="521531065" sldId="2258"/>
        </pc:sldMkLst>
        <pc:spChg chg="mod">
          <ac:chgData name="Ny Ela Ralantonisainana" userId="e5e90c98905e12d0" providerId="LiveId" clId="{4E35F324-F365-4816-AE10-BAA2E5DC0ED5}" dt="2025-11-05T06:02:36.814" v="360" actId="20577"/>
          <ac:spMkLst>
            <pc:docMk/>
            <pc:sldMk cId="521531065" sldId="2258"/>
            <ac:spMk id="2" creationId="{1B97CF4D-E589-A829-600B-F6BD9F85EAA8}"/>
          </ac:spMkLst>
        </pc:spChg>
        <pc:spChg chg="del">
          <ac:chgData name="Ny Ela Ralantonisainana" userId="e5e90c98905e12d0" providerId="LiveId" clId="{4E35F324-F365-4816-AE10-BAA2E5DC0ED5}" dt="2025-11-05T06:02:33.757" v="356" actId="478"/>
          <ac:spMkLst>
            <pc:docMk/>
            <pc:sldMk cId="521531065" sldId="2258"/>
            <ac:spMk id="7" creationId="{557D5C35-5148-EDCC-A0E5-DCD507524805}"/>
          </ac:spMkLst>
        </pc:spChg>
        <pc:picChg chg="add mod">
          <ac:chgData name="Ny Ela Ralantonisainana" userId="e5e90c98905e12d0" providerId="LiveId" clId="{4E35F324-F365-4816-AE10-BAA2E5DC0ED5}" dt="2025-11-05T06:03:41.152" v="368" actId="1076"/>
          <ac:picMkLst>
            <pc:docMk/>
            <pc:sldMk cId="521531065" sldId="2258"/>
            <ac:picMk id="4" creationId="{8226CAA3-D318-FAAF-EE30-C4E7D3073466}"/>
          </ac:picMkLst>
        </pc:picChg>
        <pc:picChg chg="del">
          <ac:chgData name="Ny Ela Ralantonisainana" userId="e5e90c98905e12d0" providerId="LiveId" clId="{4E35F324-F365-4816-AE10-BAA2E5DC0ED5}" dt="2025-11-05T06:02:19.998" v="311" actId="478"/>
          <ac:picMkLst>
            <pc:docMk/>
            <pc:sldMk cId="521531065" sldId="2258"/>
            <ac:picMk id="6" creationId="{9A2A671F-47EB-C5F5-D0FD-DE6BFBE1E723}"/>
          </ac:picMkLst>
        </pc:picChg>
        <pc:picChg chg="del">
          <ac:chgData name="Ny Ela Ralantonisainana" userId="e5e90c98905e12d0" providerId="LiveId" clId="{4E35F324-F365-4816-AE10-BAA2E5DC0ED5}" dt="2025-11-05T06:03:20.622" v="361" actId="478"/>
          <ac:picMkLst>
            <pc:docMk/>
            <pc:sldMk cId="521531065" sldId="2258"/>
            <ac:picMk id="9" creationId="{B0CB4450-18E6-E4BA-C022-A2AAB7288D9E}"/>
          </ac:picMkLst>
        </pc:picChg>
        <pc:picChg chg="del">
          <ac:chgData name="Ny Ela Ralantonisainana" userId="e5e90c98905e12d0" providerId="LiveId" clId="{4E35F324-F365-4816-AE10-BAA2E5DC0ED5}" dt="2025-11-05T06:03:20.622" v="361" actId="478"/>
          <ac:picMkLst>
            <pc:docMk/>
            <pc:sldMk cId="521531065" sldId="2258"/>
            <ac:picMk id="12" creationId="{569B1692-89B0-757A-F3E7-A57021E3587D}"/>
          </ac:picMkLst>
        </pc:picChg>
        <pc:picChg chg="del">
          <ac:chgData name="Ny Ela Ralantonisainana" userId="e5e90c98905e12d0" providerId="LiveId" clId="{4E35F324-F365-4816-AE10-BAA2E5DC0ED5}" dt="2025-11-05T06:03:20.622" v="361" actId="478"/>
          <ac:picMkLst>
            <pc:docMk/>
            <pc:sldMk cId="521531065" sldId="2258"/>
            <ac:picMk id="14" creationId="{B14C66E1-B281-520A-1D4C-845095D0D60D}"/>
          </ac:picMkLst>
        </pc:picChg>
        <pc:picChg chg="del">
          <ac:chgData name="Ny Ela Ralantonisainana" userId="e5e90c98905e12d0" providerId="LiveId" clId="{4E35F324-F365-4816-AE10-BAA2E5DC0ED5}" dt="2025-11-05T06:03:20.622" v="361" actId="478"/>
          <ac:picMkLst>
            <pc:docMk/>
            <pc:sldMk cId="521531065" sldId="2258"/>
            <ac:picMk id="16" creationId="{A6631381-9A35-1A71-03F8-A3D8885D34E9}"/>
          </ac:picMkLst>
        </pc:picChg>
      </pc:sldChg>
      <pc:sldChg chg="add ord">
        <pc:chgData name="Ny Ela Ralantonisainana" userId="e5e90c98905e12d0" providerId="LiveId" clId="{4E35F324-F365-4816-AE10-BAA2E5DC0ED5}" dt="2025-11-05T07:09:43.947" v="425"/>
        <pc:sldMkLst>
          <pc:docMk/>
          <pc:sldMk cId="1647063508" sldId="2259"/>
        </pc:sldMkLst>
      </pc:sldChg>
      <pc:sldChg chg="add">
        <pc:chgData name="Ny Ela Ralantonisainana" userId="e5e90c98905e12d0" providerId="LiveId" clId="{4E35F324-F365-4816-AE10-BAA2E5DC0ED5}" dt="2025-11-05T07:09:31.213" v="421"/>
        <pc:sldMkLst>
          <pc:docMk/>
          <pc:sldMk cId="3782209018" sldId="22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9230B0E-39ED-45EA-AD95-669D0616B3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82B798-201A-4B14-B1F0-6A660C5C72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2F5857-B39B-4284-A086-C6DE2719C9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3EF34-7656-4396-AEBE-2B554E5E9341}" type="slidenum">
              <a:rPr lang="ko-KR" altLang="en-US" smtClean="0"/>
              <a:t>‹N°›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782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‹N°›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hyperlink" Target="https://pptmon.com/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hyperlink" Target="http://pptmon.com/" TargetMode="External"/><Relationship Id="rId4" Type="http://schemas.openxmlformats.org/officeDocument/2006/relationships/image" Target="../media/image11.png"/><Relationship Id="rId9" Type="http://schemas.openxmlformats.org/officeDocument/2006/relationships/hyperlink" Target="http://www.pptmon.com/" TargetMode="Externa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hyperlink" Target="https://pptmon.com/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2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hyperlink" Target="http://pptmon.com/" TargetMode="External"/><Relationship Id="rId4" Type="http://schemas.openxmlformats.org/officeDocument/2006/relationships/image" Target="../media/image7.png"/><Relationship Id="rId9" Type="http://schemas.openxmlformats.org/officeDocument/2006/relationships/hyperlink" Target="http://www.pptmon.com/" TargetMode="Externa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hyperlink" Target="https://pptmon.com/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hyperlink" Target="http://pptmon.com/" TargetMode="External"/><Relationship Id="rId4" Type="http://schemas.openxmlformats.org/officeDocument/2006/relationships/image" Target="../media/image14.png"/><Relationship Id="rId9" Type="http://schemas.openxmlformats.org/officeDocument/2006/relationships/hyperlink" Target="http://www.pptmon.com/" TargetMode="Externa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1.png"/><Relationship Id="rId7" Type="http://schemas.openxmlformats.org/officeDocument/2006/relationships/hyperlink" Target="http://pptmon.com/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hyperlink" Target="http://www.pptmon.com/" TargetMode="External"/><Relationship Id="rId5" Type="http://schemas.openxmlformats.org/officeDocument/2006/relationships/image" Target="../media/image4.png"/><Relationship Id="rId10" Type="http://schemas.openxmlformats.org/officeDocument/2006/relationships/hyperlink" Target="https://pptmon.com/" TargetMode="External"/><Relationship Id="rId4" Type="http://schemas.openxmlformats.org/officeDocument/2006/relationships/image" Target="../media/image15.png"/><Relationship Id="rId9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hyperlink" Target="http://pptmon.com/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hyperlink" Target="http://www.pptmon.com/" TargetMode="External"/><Relationship Id="rId5" Type="http://schemas.openxmlformats.org/officeDocument/2006/relationships/image" Target="../media/image14.png"/><Relationship Id="rId10" Type="http://schemas.openxmlformats.org/officeDocument/2006/relationships/hyperlink" Target="https://pptmon.com/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16.png"/><Relationship Id="rId10" Type="http://schemas.openxmlformats.org/officeDocument/2006/relationships/hyperlink" Target="http://www.pptmon.com/" TargetMode="External"/><Relationship Id="rId4" Type="http://schemas.openxmlformats.org/officeDocument/2006/relationships/image" Target="../media/image14.png"/><Relationship Id="rId9" Type="http://schemas.openxmlformats.org/officeDocument/2006/relationships/hyperlink" Target="https://pptmon.com/" TargetMode="Externa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hyperlink" Target="http://pptmon.com/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12" Type="http://schemas.openxmlformats.org/officeDocument/2006/relationships/hyperlink" Target="http://www.pptmon.com/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11" Type="http://schemas.openxmlformats.org/officeDocument/2006/relationships/hyperlink" Target="https://pptmon.com/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2.svg"/><Relationship Id="rId4" Type="http://schemas.openxmlformats.org/officeDocument/2006/relationships/image" Target="../media/image13.png"/><Relationship Id="rId9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hyperlink" Target="http://pptmon.com/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11" Type="http://schemas.openxmlformats.org/officeDocument/2006/relationships/hyperlink" Target="http://www.pptmon.com/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s://pptmon.com/" TargetMode="External"/><Relationship Id="rId4" Type="http://schemas.openxmlformats.org/officeDocument/2006/relationships/image" Target="../media/image13.png"/><Relationship Id="rId9" Type="http://schemas.openxmlformats.org/officeDocument/2006/relationships/image" Target="../media/image2.sv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15.png"/><Relationship Id="rId10" Type="http://schemas.openxmlformats.org/officeDocument/2006/relationships/hyperlink" Target="http://www.pptmon.com/" TargetMode="External"/><Relationship Id="rId4" Type="http://schemas.openxmlformats.org/officeDocument/2006/relationships/image" Target="../media/image14.png"/><Relationship Id="rId9" Type="http://schemas.openxmlformats.org/officeDocument/2006/relationships/hyperlink" Target="https://pptmon.com/" TargetMode="Externa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png"/><Relationship Id="rId7" Type="http://schemas.openxmlformats.org/officeDocument/2006/relationships/hyperlink" Target="http://pptmon.com/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hyperlink" Target="http://www.pptmon.com/" TargetMode="External"/><Relationship Id="rId5" Type="http://schemas.openxmlformats.org/officeDocument/2006/relationships/image" Target="../media/image16.png"/><Relationship Id="rId10" Type="http://schemas.openxmlformats.org/officeDocument/2006/relationships/hyperlink" Target="https://pptmon.com/" TargetMode="External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hyperlink" Target="http://pptmon.com/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hyperlink" Target="http://www.pptmon.com/" TargetMode="External"/><Relationship Id="rId5" Type="http://schemas.openxmlformats.org/officeDocument/2006/relationships/image" Target="../media/image15.png"/><Relationship Id="rId10" Type="http://schemas.openxmlformats.org/officeDocument/2006/relationships/hyperlink" Target="https://pptmon.com/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2.sv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3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11.png"/><Relationship Id="rId10" Type="http://schemas.openxmlformats.org/officeDocument/2006/relationships/hyperlink" Target="http://www.pptmon.com/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pptmon.com/" TargetMode="Externa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hyperlink" Target="http://pptmon.com/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11" Type="http://schemas.openxmlformats.org/officeDocument/2006/relationships/hyperlink" Target="http://www.pptmon.com/" TargetMode="External"/><Relationship Id="rId5" Type="http://schemas.openxmlformats.org/officeDocument/2006/relationships/image" Target="../media/image14.png"/><Relationship Id="rId10" Type="http://schemas.openxmlformats.org/officeDocument/2006/relationships/hyperlink" Target="https://pptmon.com/" TargetMode="External"/><Relationship Id="rId4" Type="http://schemas.openxmlformats.org/officeDocument/2006/relationships/image" Target="../media/image10.png"/><Relationship Id="rId9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6.png"/><Relationship Id="rId7" Type="http://schemas.openxmlformats.org/officeDocument/2006/relationships/hyperlink" Target="http://pptmon.com/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11" Type="http://schemas.openxmlformats.org/officeDocument/2006/relationships/hyperlink" Target="http://www.pptmon.com/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s://pptmon.com/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2.sv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11.png"/><Relationship Id="rId10" Type="http://schemas.openxmlformats.org/officeDocument/2006/relationships/hyperlink" Target="http://www.pptmon.com/" TargetMode="External"/><Relationship Id="rId4" Type="http://schemas.openxmlformats.org/officeDocument/2006/relationships/image" Target="../media/image14.png"/><Relationship Id="rId9" Type="http://schemas.openxmlformats.org/officeDocument/2006/relationships/hyperlink" Target="https://pptmon.com/" TargetMode="Externa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hyperlink" Target="https://pptmon.com/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hyperlink" Target="http://pptmon.com/" TargetMode="External"/><Relationship Id="rId4" Type="http://schemas.openxmlformats.org/officeDocument/2006/relationships/image" Target="../media/image15.png"/><Relationship Id="rId9" Type="http://schemas.openxmlformats.org/officeDocument/2006/relationships/hyperlink" Target="http://www.pptmon.com/" TargetMode="Externa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4.png"/><Relationship Id="rId7" Type="http://schemas.openxmlformats.org/officeDocument/2006/relationships/hyperlink" Target="http://pptmon.com/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hyperlink" Target="http://www.pptmon.com/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s://pptmon.com/" TargetMode="External"/><Relationship Id="rId4" Type="http://schemas.openxmlformats.org/officeDocument/2006/relationships/image" Target="../media/image11.png"/><Relationship Id="rId9" Type="http://schemas.openxmlformats.org/officeDocument/2006/relationships/image" Target="../media/image2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  <a:extLst>
              <a:ext uri="{FF2B5EF4-FFF2-40B4-BE49-F238E27FC236}">
                <a16:creationId xmlns:a16="http://schemas.microsoft.com/office/drawing/2014/main" id="{885B32C5-2ED6-416D-986F-95571C6CFF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  <a:extLst>
              <a:ext uri="{FF2B5EF4-FFF2-40B4-BE49-F238E27FC236}">
                <a16:creationId xmlns:a16="http://schemas.microsoft.com/office/drawing/2014/main" id="{46616C29-BC42-4A9D-A26B-944B02000680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EDAD477-0319-42A7-A4CB-31025FC8FA9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2DB862D-61AB-439B-B6E9-B4E163AF8B7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2579" y="985487"/>
            <a:ext cx="1095957" cy="93052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C855447-2465-441E-B5F7-82BBCF4C9A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61"/>
          <a:stretch/>
        </p:blipFill>
        <p:spPr>
          <a:xfrm>
            <a:off x="320751" y="-1"/>
            <a:ext cx="1581900" cy="114842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833FA8D-9563-48F7-A16A-BDD94D5589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226"/>
          <a:stretch/>
        </p:blipFill>
        <p:spPr>
          <a:xfrm>
            <a:off x="514186" y="5917725"/>
            <a:ext cx="1245875" cy="94027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678F2E0-E963-4890-BFE9-F643D4B8B5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519" y="5324642"/>
            <a:ext cx="1494017" cy="88400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001A7601-1B92-4207-A874-8FA0A9D47D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18"/>
          <a:stretch/>
        </p:blipFill>
        <p:spPr>
          <a:xfrm>
            <a:off x="5210752" y="1337540"/>
            <a:ext cx="6981248" cy="399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87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36F8EB2-F997-4F71-8ED2-A3E2EF0AFA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1322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161227-D359-4CFA-BAF8-627691389E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456" y="144780"/>
            <a:ext cx="1375116" cy="88400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5BF5F90-ADF7-4222-8A4B-C4A54662B4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70" y="5831488"/>
            <a:ext cx="770271" cy="765102"/>
          </a:xfrm>
          <a:prstGeom prst="rect">
            <a:avLst/>
          </a:prstGeom>
        </p:spPr>
      </p:pic>
      <p:pic>
        <p:nvPicPr>
          <p:cNvPr id="7" name="Graphic 3">
            <a:hlinkClick r:id="rId5"/>
            <a:extLst>
              <a:ext uri="{FF2B5EF4-FFF2-40B4-BE49-F238E27FC236}">
                <a16:creationId xmlns:a16="http://schemas.microsoft.com/office/drawing/2014/main" id="{97121921-F664-4F0A-887D-D3277EE146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8"/>
            <a:extLst>
              <a:ext uri="{FF2B5EF4-FFF2-40B4-BE49-F238E27FC236}">
                <a16:creationId xmlns:a16="http://schemas.microsoft.com/office/drawing/2014/main" id="{47DB190D-8955-4A12-AEBF-3BD217A2F0CE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80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6F503E-5EFF-4704-8711-C6DC58EB8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068CC13-56EF-4268-A755-E95FAF103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230"/>
          <a:stretch/>
        </p:blipFill>
        <p:spPr>
          <a:xfrm>
            <a:off x="86963" y="-742"/>
            <a:ext cx="1245875" cy="42161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01CD93E-AD60-4B4B-B696-C25A76FB2E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626" y="5819942"/>
            <a:ext cx="1494017" cy="884003"/>
          </a:xfrm>
          <a:prstGeom prst="rect">
            <a:avLst/>
          </a:prstGeom>
        </p:spPr>
      </p:pic>
      <p:pic>
        <p:nvPicPr>
          <p:cNvPr id="7" name="Graphic 3">
            <a:hlinkClick r:id="rId5"/>
            <a:extLst>
              <a:ext uri="{FF2B5EF4-FFF2-40B4-BE49-F238E27FC236}">
                <a16:creationId xmlns:a16="http://schemas.microsoft.com/office/drawing/2014/main" id="{0C6DD176-C179-4A15-8558-D966D4972A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8"/>
            <a:extLst>
              <a:ext uri="{FF2B5EF4-FFF2-40B4-BE49-F238E27FC236}">
                <a16:creationId xmlns:a16="http://schemas.microsoft.com/office/drawing/2014/main" id="{4E94F329-2DCF-4567-BF11-17D0276D4498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782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A83EA4C-042A-4602-B7D3-5F5A14075C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F2B2180-C8D7-4EB4-8DE0-74041A193D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5086" y="5782292"/>
            <a:ext cx="734084" cy="78578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F09AFF1-2A64-4F5A-9B83-8D29662CDC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25" y="913260"/>
            <a:ext cx="956377" cy="1116635"/>
          </a:xfrm>
          <a:prstGeom prst="rect">
            <a:avLst/>
          </a:prstGeom>
        </p:spPr>
      </p:pic>
      <p:pic>
        <p:nvPicPr>
          <p:cNvPr id="8" name="Graphic 3">
            <a:hlinkClick r:id="rId5"/>
            <a:extLst>
              <a:ext uri="{FF2B5EF4-FFF2-40B4-BE49-F238E27FC236}">
                <a16:creationId xmlns:a16="http://schemas.microsoft.com/office/drawing/2014/main" id="{9BD039E6-BAF1-4121-830D-2EA4DF7736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8"/>
            <a:extLst>
              <a:ext uri="{FF2B5EF4-FFF2-40B4-BE49-F238E27FC236}">
                <a16:creationId xmlns:a16="http://schemas.microsoft.com/office/drawing/2014/main" id="{D1DCCA58-046D-44EA-800E-DA528F8223D2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292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FA17A835-50C3-4180-9D8E-D24EBBCB53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71322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77BEE1C-DC1D-43D7-A9BB-B3927CDB90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27" y="144780"/>
            <a:ext cx="770271" cy="76510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0B41299-6BF4-4D7D-9900-3C938C8177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495" y="5870574"/>
            <a:ext cx="842646" cy="84264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E9B6BED-9B52-4B17-99AD-98D8FAFC2CB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59" y="5492779"/>
            <a:ext cx="1095957" cy="93052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E0CD094-897E-43AD-B59F-F2A90CCB6A6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241" y="144780"/>
            <a:ext cx="1581900" cy="1276893"/>
          </a:xfrm>
          <a:prstGeom prst="rect">
            <a:avLst/>
          </a:prstGeom>
        </p:spPr>
      </p:pic>
      <p:pic>
        <p:nvPicPr>
          <p:cNvPr id="10" name="Graphic 3">
            <a:hlinkClick r:id="rId7"/>
            <a:extLst>
              <a:ext uri="{FF2B5EF4-FFF2-40B4-BE49-F238E27FC236}">
                <a16:creationId xmlns:a16="http://schemas.microsoft.com/office/drawing/2014/main" id="{9904014B-D93F-41FA-B3D1-5148CCB376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11" name="TextBox 10">
            <a:hlinkClick r:id="rId10"/>
            <a:extLst>
              <a:ext uri="{FF2B5EF4-FFF2-40B4-BE49-F238E27FC236}">
                <a16:creationId xmlns:a16="http://schemas.microsoft.com/office/drawing/2014/main" id="{AFBCBC69-C619-4059-8117-6A4AD8FD6BEB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955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04DBC38-5494-4AEB-A0CC-ACB347BF3F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90AA859-70AF-4C79-87A7-F9B0FA946B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768"/>
          <a:stretch/>
        </p:blipFill>
        <p:spPr>
          <a:xfrm>
            <a:off x="558332" y="5910141"/>
            <a:ext cx="1581900" cy="94785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15BAB1E-FE91-4639-84CC-61099045F5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23"/>
          <a:stretch/>
        </p:blipFill>
        <p:spPr>
          <a:xfrm>
            <a:off x="0" y="438195"/>
            <a:ext cx="673737" cy="117867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99C131D-ACC2-43DD-A6F2-52F4A6C7934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2425" y="341760"/>
            <a:ext cx="956377" cy="111663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EB8B2CE-8602-4003-AD17-37DEA5DACBC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477" y="5910141"/>
            <a:ext cx="770271" cy="765102"/>
          </a:xfrm>
          <a:prstGeom prst="rect">
            <a:avLst/>
          </a:prstGeom>
        </p:spPr>
      </p:pic>
      <p:pic>
        <p:nvPicPr>
          <p:cNvPr id="9" name="Graphic 3">
            <a:hlinkClick r:id="rId7"/>
            <a:extLst>
              <a:ext uri="{FF2B5EF4-FFF2-40B4-BE49-F238E27FC236}">
                <a16:creationId xmlns:a16="http://schemas.microsoft.com/office/drawing/2014/main" id="{00FD7968-72AC-47B2-94D3-AB6430E9D4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10" name="TextBox 9">
            <a:hlinkClick r:id="rId10"/>
            <a:extLst>
              <a:ext uri="{FF2B5EF4-FFF2-40B4-BE49-F238E27FC236}">
                <a16:creationId xmlns:a16="http://schemas.microsoft.com/office/drawing/2014/main" id="{4FB2AFB8-6990-48C0-B55E-F028A87BA236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651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72854A3-E84D-467A-8EB4-1DA9DFEB10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6E60DD8-0408-4436-BBA7-7B91F2F720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55" y="111311"/>
            <a:ext cx="1375116" cy="88400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BD0E9E0-8752-4DF7-8D54-ACE458FE6A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111"/>
          <a:stretch/>
        </p:blipFill>
        <p:spPr>
          <a:xfrm>
            <a:off x="11073143" y="6122265"/>
            <a:ext cx="956377" cy="73573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BA160CE-C9D5-4279-8178-1271C8E5798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87" y="5852081"/>
            <a:ext cx="739254" cy="739254"/>
          </a:xfrm>
          <a:prstGeom prst="rect">
            <a:avLst/>
          </a:prstGeom>
        </p:spPr>
      </p:pic>
      <p:pic>
        <p:nvPicPr>
          <p:cNvPr id="8" name="Graphic 3">
            <a:hlinkClick r:id="rId6"/>
            <a:extLst>
              <a:ext uri="{FF2B5EF4-FFF2-40B4-BE49-F238E27FC236}">
                <a16:creationId xmlns:a16="http://schemas.microsoft.com/office/drawing/2014/main" id="{A1BBC6ED-15A9-43E5-BAAC-80EDF0089B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9"/>
            <a:extLst>
              <a:ext uri="{FF2B5EF4-FFF2-40B4-BE49-F238E27FC236}">
                <a16:creationId xmlns:a16="http://schemas.microsoft.com/office/drawing/2014/main" id="{FB59A2D6-AEC3-47C2-88BF-0356CBFB7DBD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019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1A75F8B-5D3A-4AE7-BD1D-DA410BED4B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144780"/>
            <a:ext cx="12192000" cy="671322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9BC0BF5-49F9-44B6-AF06-571C49398B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5020" y="206096"/>
            <a:ext cx="1095957" cy="93052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C5CF1D4-1F19-4E82-9D3C-7F5AF258439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23" y="278470"/>
            <a:ext cx="734084" cy="78578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E551294-3416-498C-9897-B26F2C8DF0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420" y="5710888"/>
            <a:ext cx="1494017" cy="88400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C3F311A-2BCE-43A8-9C1A-65E6BC0161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-1" y="5341261"/>
            <a:ext cx="369627" cy="73925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9827892-E1F5-44A4-AB87-55567FF336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742"/>
          <a:stretch/>
        </p:blipFill>
        <p:spPr>
          <a:xfrm>
            <a:off x="530256" y="6316528"/>
            <a:ext cx="842646" cy="541472"/>
          </a:xfrm>
          <a:prstGeom prst="rect">
            <a:avLst/>
          </a:prstGeom>
        </p:spPr>
      </p:pic>
      <p:sp>
        <p:nvSpPr>
          <p:cNvPr id="7" name="그림 개체 틀 4">
            <a:extLst>
              <a:ext uri="{FF2B5EF4-FFF2-40B4-BE49-F238E27FC236}">
                <a16:creationId xmlns:a16="http://schemas.microsoft.com/office/drawing/2014/main" id="{D6545604-679F-4696-A7C3-2D043B88A0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21433" y="732971"/>
            <a:ext cx="3499134" cy="5392058"/>
          </a:xfrm>
          <a:prstGeom prst="roundRect">
            <a:avLst>
              <a:gd name="adj" fmla="val 5727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3" name="Graphic 3">
            <a:hlinkClick r:id="rId8"/>
            <a:extLst>
              <a:ext uri="{FF2B5EF4-FFF2-40B4-BE49-F238E27FC236}">
                <a16:creationId xmlns:a16="http://schemas.microsoft.com/office/drawing/2014/main" id="{CD767DE3-8DDC-4FE5-B8DA-F2E40F5C10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17" name="TextBox 16">
            <a:hlinkClick r:id="rId11"/>
            <a:extLst>
              <a:ext uri="{FF2B5EF4-FFF2-40B4-BE49-F238E27FC236}">
                <a16:creationId xmlns:a16="http://schemas.microsoft.com/office/drawing/2014/main" id="{4B6FE285-D4F2-41F9-A647-A45C3DD4F6CB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2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906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D27262A-1F18-4212-9683-E989FC895C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5A826C7-283B-41D2-AC83-C5C70E8C50C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0602" y="118810"/>
            <a:ext cx="1095957" cy="93052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46740DD-7F44-4266-B2B9-410D0A130A6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66816"/>
            <a:ext cx="734084" cy="78578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387103-B9F2-4974-864B-2CC97E0F030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348" y="1234653"/>
            <a:ext cx="1581900" cy="127689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9D86ED3-2C7F-4B30-A482-B381489F404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87" y="202710"/>
            <a:ext cx="739254" cy="739254"/>
          </a:xfrm>
          <a:prstGeom prst="rect">
            <a:avLst/>
          </a:prstGeom>
        </p:spPr>
      </p:pic>
      <p:sp>
        <p:nvSpPr>
          <p:cNvPr id="7" name="그림 개체 틀 4">
            <a:extLst>
              <a:ext uri="{FF2B5EF4-FFF2-40B4-BE49-F238E27FC236}">
                <a16:creationId xmlns:a16="http://schemas.microsoft.com/office/drawing/2014/main" id="{69E3EABE-561B-4E90-83CF-A938E398E02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90793" y="1873100"/>
            <a:ext cx="4640005" cy="3111801"/>
          </a:xfrm>
          <a:prstGeom prst="roundRect">
            <a:avLst>
              <a:gd name="adj" fmla="val 859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5" name="Graphic 3">
            <a:hlinkClick r:id="rId7"/>
            <a:extLst>
              <a:ext uri="{FF2B5EF4-FFF2-40B4-BE49-F238E27FC236}">
                <a16:creationId xmlns:a16="http://schemas.microsoft.com/office/drawing/2014/main" id="{6DB04A09-7B9C-4690-9F52-29B2C64B71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16" name="TextBox 15">
            <a:hlinkClick r:id="rId10"/>
            <a:extLst>
              <a:ext uri="{FF2B5EF4-FFF2-40B4-BE49-F238E27FC236}">
                <a16:creationId xmlns:a16="http://schemas.microsoft.com/office/drawing/2014/main" id="{1DD329DE-86D9-4E83-A2C3-0F76D0DE3A61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266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CAEAE14-173C-4442-B6B1-84A6C7731A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D47776F-FEC9-486C-85A5-2C52C4CC6C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603" y="5392103"/>
            <a:ext cx="1245875" cy="117867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DB89517-4EC2-418A-A5EA-9BC245DF6B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306" y="282040"/>
            <a:ext cx="956377" cy="111663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1FBD329-200D-44DA-8516-AC41AC4D138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245" y="166981"/>
            <a:ext cx="842646" cy="842646"/>
          </a:xfrm>
          <a:prstGeom prst="rect">
            <a:avLst/>
          </a:prstGeom>
        </p:spPr>
      </p:pic>
      <p:sp>
        <p:nvSpPr>
          <p:cNvPr id="10" name="그림 개체 틀 4">
            <a:extLst>
              <a:ext uri="{FF2B5EF4-FFF2-40B4-BE49-F238E27FC236}">
                <a16:creationId xmlns:a16="http://schemas.microsoft.com/office/drawing/2014/main" id="{5C435A3F-D316-4AA7-8283-E89BB974309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2495" y="1082485"/>
            <a:ext cx="3045506" cy="4693030"/>
          </a:xfrm>
          <a:prstGeom prst="roundRect">
            <a:avLst>
              <a:gd name="adj" fmla="val 844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9" name="Graphic 3">
            <a:hlinkClick r:id="rId6"/>
            <a:extLst>
              <a:ext uri="{FF2B5EF4-FFF2-40B4-BE49-F238E27FC236}">
                <a16:creationId xmlns:a16="http://schemas.microsoft.com/office/drawing/2014/main" id="{6E3AEB2B-B843-4819-B67B-0D7430F13C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11" name="TextBox 10">
            <a:hlinkClick r:id="rId9"/>
            <a:extLst>
              <a:ext uri="{FF2B5EF4-FFF2-40B4-BE49-F238E27FC236}">
                <a16:creationId xmlns:a16="http://schemas.microsoft.com/office/drawing/2014/main" id="{D9F231FE-43A4-40D9-BD53-7B3D578C5629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580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D75FD96-C2E0-414A-84D1-731E869DA5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144780"/>
            <a:ext cx="12192000" cy="671322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413D122-DED1-4CA6-9C1E-11A114703F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37" y="1063366"/>
            <a:ext cx="734084" cy="78578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92103ED-3BC0-4355-B844-5CC8D4D91E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826" y="5464342"/>
            <a:ext cx="1494017" cy="88400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0371805-CE2B-438B-B429-0BA8004DD75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679" y="5761839"/>
            <a:ext cx="739254" cy="73925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43E2AAA-27E8-48A5-96BD-723051248F7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35" y="457123"/>
            <a:ext cx="1375116" cy="884003"/>
          </a:xfrm>
          <a:prstGeom prst="rect">
            <a:avLst/>
          </a:prstGeom>
        </p:spPr>
      </p:pic>
      <p:sp>
        <p:nvSpPr>
          <p:cNvPr id="9" name="그림 개체 틀 2">
            <a:extLst>
              <a:ext uri="{FF2B5EF4-FFF2-40B4-BE49-F238E27FC236}">
                <a16:creationId xmlns:a16="http://schemas.microsoft.com/office/drawing/2014/main" id="{DFEB704D-7D6B-4D95-A3BF-9A53B97A95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262585" y="1559218"/>
            <a:ext cx="3737430" cy="3739564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1" name="Graphic 3">
            <a:hlinkClick r:id="rId7"/>
            <a:extLst>
              <a:ext uri="{FF2B5EF4-FFF2-40B4-BE49-F238E27FC236}">
                <a16:creationId xmlns:a16="http://schemas.microsoft.com/office/drawing/2014/main" id="{332082AE-F3B2-4877-A9F2-B92C235ED6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13" name="TextBox 12">
            <a:hlinkClick r:id="rId10"/>
            <a:extLst>
              <a:ext uri="{FF2B5EF4-FFF2-40B4-BE49-F238E27FC236}">
                <a16:creationId xmlns:a16="http://schemas.microsoft.com/office/drawing/2014/main" id="{3E572FB8-89C3-4EA6-83D3-70BBF294BBA8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883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12FF48C-3D62-43B5-A7EC-3AA9FADB73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93D92469-0932-45EF-803B-F4F5BEF8EC7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670315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1F4B528C-6373-4C0F-89D6-94B1589518B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819901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1" name="그림 개체 틀 2">
            <a:extLst>
              <a:ext uri="{FF2B5EF4-FFF2-40B4-BE49-F238E27FC236}">
                <a16:creationId xmlns:a16="http://schemas.microsoft.com/office/drawing/2014/main" id="{7014B97D-E253-4F06-9553-1AC6BC4B752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70315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785F7E53-2C6F-4324-A894-38BC257C875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819901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AF5EF06-239B-4D3F-B692-91846F43B8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10431070" y="0"/>
            <a:ext cx="1095957" cy="46526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DC05990-E4C7-4957-A4EA-250E91C7E0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0" y="5285903"/>
            <a:ext cx="790950" cy="127689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B114FE7-007E-48D9-A05A-A43BC867C9A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69" y="289443"/>
            <a:ext cx="842646" cy="84264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1032F6F-5AC2-4389-9FDF-F930B43B636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1070" y="5924350"/>
            <a:ext cx="770271" cy="765102"/>
          </a:xfrm>
          <a:prstGeom prst="rect">
            <a:avLst/>
          </a:prstGeom>
        </p:spPr>
      </p:pic>
      <p:pic>
        <p:nvPicPr>
          <p:cNvPr id="16" name="Graphic 3">
            <a:hlinkClick r:id="rId7"/>
            <a:extLst>
              <a:ext uri="{FF2B5EF4-FFF2-40B4-BE49-F238E27FC236}">
                <a16:creationId xmlns:a16="http://schemas.microsoft.com/office/drawing/2014/main" id="{F7CF057B-5AC2-40BE-8079-49297F8E04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19" name="TextBox 18">
            <a:hlinkClick r:id="rId10"/>
            <a:extLst>
              <a:ext uri="{FF2B5EF4-FFF2-40B4-BE49-F238E27FC236}">
                <a16:creationId xmlns:a16="http://schemas.microsoft.com/office/drawing/2014/main" id="{FC00F19C-042C-44C0-87EF-9EBE71A635EE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856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7A5A9EB-E94A-4BCF-98C7-F1A07B885F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64456D5-1B10-4DAE-A990-77D8387A3B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25" y="216376"/>
            <a:ext cx="734084" cy="78578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CABB059-E713-49E6-986E-FAB740C2576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893" y="5312090"/>
            <a:ext cx="1581900" cy="127689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D91211D-DD04-4105-A415-9E38FBFD4DD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7107" y="1161850"/>
            <a:ext cx="770271" cy="765102"/>
          </a:xfrm>
          <a:prstGeom prst="rect">
            <a:avLst/>
          </a:prstGeom>
        </p:spPr>
      </p:pic>
      <p:sp>
        <p:nvSpPr>
          <p:cNvPr id="10" name="그림 개체 틀 11">
            <a:extLst>
              <a:ext uri="{FF2B5EF4-FFF2-40B4-BE49-F238E27FC236}">
                <a16:creationId xmlns:a16="http://schemas.microsoft.com/office/drawing/2014/main" id="{9C09C52A-1E53-4048-8E96-422E80F48D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716277" y="863142"/>
            <a:ext cx="2422446" cy="5256000"/>
          </a:xfrm>
          <a:prstGeom prst="roundRect">
            <a:avLst>
              <a:gd name="adj" fmla="val 14137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tIns="1152000" anchor="ctr" anchorCtr="1"/>
          <a:lstStyle>
            <a:lvl1pPr marL="228600" marR="0" indent="-22860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9" name="Graphic 3">
            <a:hlinkClick r:id="rId6"/>
            <a:extLst>
              <a:ext uri="{FF2B5EF4-FFF2-40B4-BE49-F238E27FC236}">
                <a16:creationId xmlns:a16="http://schemas.microsoft.com/office/drawing/2014/main" id="{5A1CEC34-A54D-4AED-A1AE-0CB15013DC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11" name="TextBox 10">
            <a:hlinkClick r:id="rId9"/>
            <a:extLst>
              <a:ext uri="{FF2B5EF4-FFF2-40B4-BE49-F238E27FC236}">
                <a16:creationId xmlns:a16="http://schemas.microsoft.com/office/drawing/2014/main" id="{2EEE51D7-F815-42B8-BCC1-1AB214F7C84A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597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7517F2D4-3B59-4C15-BD26-FF31C2F753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1322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F9FF643-D8F7-432A-B30A-CC2C40189F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625" y="5302295"/>
            <a:ext cx="1245875" cy="117867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4815995-BFD2-49EA-ABCF-7ADDC5BD2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256" y="144780"/>
            <a:ext cx="1375116" cy="88400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C5E1A26-2B83-4F5E-84A9-AE14886240F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25" y="195735"/>
            <a:ext cx="956377" cy="111663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A3B8466-FE34-4162-BC79-FC7A97F6BC5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98" y="5991507"/>
            <a:ext cx="739254" cy="739254"/>
          </a:xfrm>
          <a:prstGeom prst="rect">
            <a:avLst/>
          </a:prstGeom>
        </p:spPr>
      </p:pic>
      <p:sp>
        <p:nvSpPr>
          <p:cNvPr id="7" name="그림 개체 틀 5">
            <a:extLst>
              <a:ext uri="{FF2B5EF4-FFF2-40B4-BE49-F238E27FC236}">
                <a16:creationId xmlns:a16="http://schemas.microsoft.com/office/drawing/2014/main" id="{D875C302-7477-4855-9328-FF1985B0664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63497" y="754053"/>
            <a:ext cx="3997870" cy="5332422"/>
          </a:xfrm>
          <a:prstGeom prst="roundRect">
            <a:avLst>
              <a:gd name="adj" fmla="val 137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tIns="1152000" anchor="ctr" anchorCtr="1"/>
          <a:lstStyle>
            <a:lvl1pPr>
              <a:defRPr lang="ko-KR" altLang="en-US" sz="16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1" name="Graphic 3">
            <a:hlinkClick r:id="rId7"/>
            <a:extLst>
              <a:ext uri="{FF2B5EF4-FFF2-40B4-BE49-F238E27FC236}">
                <a16:creationId xmlns:a16="http://schemas.microsoft.com/office/drawing/2014/main" id="{65C890AC-795D-4503-90C9-242FAEB8BB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15" name="TextBox 14">
            <a:hlinkClick r:id="rId10"/>
            <a:extLst>
              <a:ext uri="{FF2B5EF4-FFF2-40B4-BE49-F238E27FC236}">
                <a16:creationId xmlns:a16="http://schemas.microsoft.com/office/drawing/2014/main" id="{CCDD6C8F-1720-4923-84B4-D558532A1BC0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936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08853981-A7EB-4F63-8A8F-C69CE0B79E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그림 개체 틀 8">
            <a:extLst>
              <a:ext uri="{FF2B5EF4-FFF2-40B4-BE49-F238E27FC236}">
                <a16:creationId xmlns:a16="http://schemas.microsoft.com/office/drawing/2014/main" id="{CE7A14E2-F050-485D-95AC-4017CF100B8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40532" y="1325444"/>
            <a:ext cx="5209432" cy="322274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tIns="1152000" anchor="ctr" anchorCtr="1"/>
          <a:lstStyle>
            <a:lvl1pPr>
              <a:defRPr lang="ko-KR" altLang="en-US" sz="16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2E16182-4C84-41CE-8A75-C91438CB1D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73" y="575475"/>
            <a:ext cx="739254" cy="73925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A8A292D-C31F-4292-8A8B-7DE8A1E9E6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191646" y="6392735"/>
            <a:ext cx="1095957" cy="46526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BCEA687-45A5-48C3-9ACA-BE02F2F54FF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932" y="677518"/>
            <a:ext cx="1494017" cy="88400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8FB87AC-43DE-46F6-BC0B-C1A6BD3D08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0241" y="482798"/>
            <a:ext cx="842646" cy="842646"/>
          </a:xfrm>
          <a:prstGeom prst="rect">
            <a:avLst/>
          </a:prstGeom>
        </p:spPr>
      </p:pic>
      <p:pic>
        <p:nvPicPr>
          <p:cNvPr id="11" name="Graphic 3">
            <a:hlinkClick r:id="rId7"/>
            <a:extLst>
              <a:ext uri="{FF2B5EF4-FFF2-40B4-BE49-F238E27FC236}">
                <a16:creationId xmlns:a16="http://schemas.microsoft.com/office/drawing/2014/main" id="{040574AA-338E-4697-82DA-B774C7E8FB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12" name="TextBox 11">
            <a:hlinkClick r:id="rId10"/>
            <a:extLst>
              <a:ext uri="{FF2B5EF4-FFF2-40B4-BE49-F238E27FC236}">
                <a16:creationId xmlns:a16="http://schemas.microsoft.com/office/drawing/2014/main" id="{347685DC-D8FC-4FA9-BC4B-C906F502DD86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472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70F47333-9A4F-4010-90FA-8048142CC2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6"/>
          <a:stretch/>
        </p:blipFill>
        <p:spPr>
          <a:xfrm flipH="1">
            <a:off x="0" y="0"/>
            <a:ext cx="7757024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D3FB223-E17F-4A9F-9B5D-E6322E293F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594"/>
          <a:stretch/>
        </p:blipFill>
        <p:spPr>
          <a:xfrm flipH="1">
            <a:off x="4434976" y="0"/>
            <a:ext cx="3463194" cy="6858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6FE11F-6454-4247-B0EA-6A6AE3638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3" b="23294"/>
          <a:stretch/>
        </p:blipFill>
        <p:spPr>
          <a:xfrm>
            <a:off x="0" y="6179921"/>
            <a:ext cx="1160811" cy="67807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2E23228-EBC9-4D8A-AD26-6E8F126958C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0256" y="216491"/>
            <a:ext cx="956377" cy="111663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50445FE-7F00-4DFA-A2C5-791EEE5884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96"/>
          <a:stretch/>
        </p:blipFill>
        <p:spPr>
          <a:xfrm flipH="1">
            <a:off x="6579138" y="-1"/>
            <a:ext cx="770271" cy="548611"/>
          </a:xfrm>
          <a:prstGeom prst="rect">
            <a:avLst/>
          </a:prstGeom>
        </p:spPr>
      </p:pic>
      <p:sp>
        <p:nvSpPr>
          <p:cNvPr id="7" name="그림 개체 틀 4">
            <a:extLst>
              <a:ext uri="{FF2B5EF4-FFF2-40B4-BE49-F238E27FC236}">
                <a16:creationId xmlns:a16="http://schemas.microsoft.com/office/drawing/2014/main" id="{7DFFF220-9320-4285-95B0-6AA92A45DB4C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7741554" y="0"/>
            <a:ext cx="4450446" cy="68580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2" name="Graphic 3">
            <a:hlinkClick r:id="rId6"/>
            <a:extLst>
              <a:ext uri="{FF2B5EF4-FFF2-40B4-BE49-F238E27FC236}">
                <a16:creationId xmlns:a16="http://schemas.microsoft.com/office/drawing/2014/main" id="{80ED9A39-2FF5-42A3-8917-EB624B185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13" name="TextBox 12">
            <a:hlinkClick r:id="rId9"/>
            <a:extLst>
              <a:ext uri="{FF2B5EF4-FFF2-40B4-BE49-F238E27FC236}">
                <a16:creationId xmlns:a16="http://schemas.microsoft.com/office/drawing/2014/main" id="{2A381CB3-FDBF-496D-BB05-1F35E3C5F975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872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3AC3B2B-E0FC-46AC-A6D7-A617B838DA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71322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BB20F52-DAE0-4A7D-9CE1-BD5F1FE302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168" y="447362"/>
            <a:ext cx="734084" cy="78578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542E848-945A-41E5-A9FA-A5A7CEA224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33" y="5870574"/>
            <a:ext cx="842646" cy="842646"/>
          </a:xfrm>
          <a:prstGeom prst="rect">
            <a:avLst/>
          </a:prstGeom>
        </p:spPr>
      </p:pic>
      <p:pic>
        <p:nvPicPr>
          <p:cNvPr id="8" name="Graphic 3">
            <a:hlinkClick r:id="rId5"/>
            <a:extLst>
              <a:ext uri="{FF2B5EF4-FFF2-40B4-BE49-F238E27FC236}">
                <a16:creationId xmlns:a16="http://schemas.microsoft.com/office/drawing/2014/main" id="{53BDD9C1-0748-4C77-925F-489FDD397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8"/>
            <a:extLst>
              <a:ext uri="{FF2B5EF4-FFF2-40B4-BE49-F238E27FC236}">
                <a16:creationId xmlns:a16="http://schemas.microsoft.com/office/drawing/2014/main" id="{DA614409-377C-46B2-B4E0-E6945A6B6C94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039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01720DB0-8F59-42F3-BF9C-B3264832F7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그림 개체 틀 4">
            <a:extLst>
              <a:ext uri="{FF2B5EF4-FFF2-40B4-BE49-F238E27FC236}">
                <a16:creationId xmlns:a16="http://schemas.microsoft.com/office/drawing/2014/main" id="{2BAC97AC-84DE-4335-89F0-2029674365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36263" y="2012950"/>
            <a:ext cx="1803828" cy="1803828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4">
            <a:extLst>
              <a:ext uri="{FF2B5EF4-FFF2-40B4-BE49-F238E27FC236}">
                <a16:creationId xmlns:a16="http://schemas.microsoft.com/office/drawing/2014/main" id="{57572864-CD41-46C2-A8C5-BFA36EC29C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74812" y="2012950"/>
            <a:ext cx="1803828" cy="1803828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1" name="그림 개체 틀 4">
            <a:extLst>
              <a:ext uri="{FF2B5EF4-FFF2-40B4-BE49-F238E27FC236}">
                <a16:creationId xmlns:a16="http://schemas.microsoft.com/office/drawing/2014/main" id="{7671E86B-A869-4A29-AA51-31AF9691879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13360" y="2012950"/>
            <a:ext cx="1803828" cy="1803828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2" name="그림 개체 틀 4">
            <a:extLst>
              <a:ext uri="{FF2B5EF4-FFF2-40B4-BE49-F238E27FC236}">
                <a16:creationId xmlns:a16="http://schemas.microsoft.com/office/drawing/2014/main" id="{0D78C4EA-A363-4909-B3D6-D3968312553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51908" y="2012950"/>
            <a:ext cx="1803828" cy="1803828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C4EDEB8-8254-4DE5-A183-E9BD619BA8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" y="585919"/>
            <a:ext cx="956377" cy="111663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5B0CAFE-A345-409A-A694-36E66CED36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439"/>
          <a:stretch/>
        </p:blipFill>
        <p:spPr>
          <a:xfrm>
            <a:off x="11223922" y="6302835"/>
            <a:ext cx="770271" cy="55516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3F79942-13A3-4B46-8CF9-1326F5BD7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488"/>
          <a:stretch/>
        </p:blipFill>
        <p:spPr>
          <a:xfrm>
            <a:off x="323472" y="6302407"/>
            <a:ext cx="1581900" cy="55559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4B12AFC-92DB-48FC-9EF9-B0DBE63B55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73" r="16116"/>
          <a:stretch/>
        </p:blipFill>
        <p:spPr>
          <a:xfrm>
            <a:off x="11140091" y="0"/>
            <a:ext cx="1153509" cy="356492"/>
          </a:xfrm>
          <a:prstGeom prst="rect">
            <a:avLst/>
          </a:prstGeom>
        </p:spPr>
      </p:pic>
      <p:pic>
        <p:nvPicPr>
          <p:cNvPr id="14" name="Graphic 3">
            <a:hlinkClick r:id="rId7"/>
            <a:extLst>
              <a:ext uri="{FF2B5EF4-FFF2-40B4-BE49-F238E27FC236}">
                <a16:creationId xmlns:a16="http://schemas.microsoft.com/office/drawing/2014/main" id="{83B3BDA5-CC4E-49EE-A037-749F650BC7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15" name="TextBox 14">
            <a:hlinkClick r:id="rId10"/>
            <a:extLst>
              <a:ext uri="{FF2B5EF4-FFF2-40B4-BE49-F238E27FC236}">
                <a16:creationId xmlns:a16="http://schemas.microsoft.com/office/drawing/2014/main" id="{DBF01188-D383-4710-B253-319264A98D47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141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  <a:extLst>
              <a:ext uri="{FF2B5EF4-FFF2-40B4-BE49-F238E27FC236}">
                <a16:creationId xmlns:a16="http://schemas.microsoft.com/office/drawing/2014/main" id="{FB9896BE-16D7-4488-AA17-96CBBF8E0D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4BD893EA-99C7-4304-9540-C64152BA71CD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165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  <a:extLst>
              <a:ext uri="{FF2B5EF4-FFF2-40B4-BE49-F238E27FC236}">
                <a16:creationId xmlns:a16="http://schemas.microsoft.com/office/drawing/2014/main" id="{17B7092B-B067-412A-9B18-36207BD91D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51942" y="6892701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  <a:extLst>
              <a:ext uri="{FF2B5EF4-FFF2-40B4-BE49-F238E27FC236}">
                <a16:creationId xmlns:a16="http://schemas.microsoft.com/office/drawing/2014/main" id="{8E5FF96A-D3FC-4BDC-92A9-93D5DE20E559}"/>
              </a:ext>
            </a:extLst>
          </p:cNvPr>
          <p:cNvSpPr txBox="1"/>
          <p:nvPr userDrawn="1"/>
        </p:nvSpPr>
        <p:spPr>
          <a:xfrm>
            <a:off x="4200855" y="691954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687" r:id="rId19"/>
    <p:sldLayoutId id="2147483664" r:id="rId2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microsoft.com/office/2007/relationships/hdphoto" Target="../media/hdphoto1.wdp"/><Relationship Id="rId7" Type="http://schemas.openxmlformats.org/officeDocument/2006/relationships/image" Target="../media/image28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jp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3" Type="http://schemas.openxmlformats.org/officeDocument/2006/relationships/image" Target="../media/image44.png"/><Relationship Id="rId7" Type="http://schemas.openxmlformats.org/officeDocument/2006/relationships/image" Target="../media/image48.sv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961570C5-4408-4C88-8CE4-B534381CEEDA}"/>
              </a:ext>
            </a:extLst>
          </p:cNvPr>
          <p:cNvSpPr txBox="1"/>
          <p:nvPr/>
        </p:nvSpPr>
        <p:spPr>
          <a:xfrm>
            <a:off x="2137211" y="442923"/>
            <a:ext cx="8159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noProof="0" dirty="0">
                <a:solidFill>
                  <a:srgbClr val="040146"/>
                </a:solidFill>
                <a:latin typeface="+mj-lt"/>
                <a:cs typeface="Arial" panose="020B0604020202020204" pitchFamily="34" charset="0"/>
              </a:rPr>
              <a:t>Library Management System (LMS)</a:t>
            </a:r>
            <a:endParaRPr lang="fr-FR" sz="4000" noProof="0" dirty="0">
              <a:solidFill>
                <a:srgbClr val="040146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68239E-8B59-48A9-BDF6-FA2A70847518}"/>
              </a:ext>
            </a:extLst>
          </p:cNvPr>
          <p:cNvSpPr txBox="1"/>
          <p:nvPr/>
        </p:nvSpPr>
        <p:spPr>
          <a:xfrm>
            <a:off x="2137211" y="764594"/>
            <a:ext cx="4588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0" dirty="0">
                <a:solidFill>
                  <a:srgbClr val="040146"/>
                </a:solidFill>
                <a:cs typeface="Arial" panose="020B0604020202020204" pitchFamily="34" charset="0"/>
              </a:rPr>
              <a:t>Promotion 2025-2026</a:t>
            </a:r>
            <a:endParaRPr lang="fr-FR" sz="3200" noProof="0" dirty="0">
              <a:solidFill>
                <a:srgbClr val="040146"/>
              </a:solidFill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6AB353-FCAC-4472-B4E9-0F209CF851B2}"/>
              </a:ext>
            </a:extLst>
          </p:cNvPr>
          <p:cNvSpPr txBox="1"/>
          <p:nvPr/>
        </p:nvSpPr>
        <p:spPr>
          <a:xfrm>
            <a:off x="2137211" y="6045745"/>
            <a:ext cx="5516656" cy="36933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>
                <a:solidFill>
                  <a:srgbClr val="0B0202"/>
                </a:solidFill>
                <a:cs typeface="Arial" panose="020B0604020202020204" pitchFamily="34" charset="0"/>
              </a:defRPr>
            </a:lvl1pPr>
          </a:lstStyle>
          <a:p>
            <a:r>
              <a:rPr lang="fr-FR" noProof="0" dirty="0">
                <a:solidFill>
                  <a:srgbClr val="040146"/>
                </a:solidFill>
              </a:rPr>
              <a:t>Présenté par : Rim &amp; </a:t>
            </a:r>
            <a:r>
              <a:rPr lang="fr-FR" noProof="0" dirty="0" err="1">
                <a:solidFill>
                  <a:srgbClr val="040146"/>
                </a:solidFill>
              </a:rPr>
              <a:t>Nyela</a:t>
            </a:r>
            <a:endParaRPr lang="fr-FR" noProof="0" dirty="0">
              <a:solidFill>
                <a:srgbClr val="04014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D73193-E2D0-4F9B-B26C-844A1F06F4BA}"/>
              </a:ext>
            </a:extLst>
          </p:cNvPr>
          <p:cNvSpPr txBox="1"/>
          <p:nvPr/>
        </p:nvSpPr>
        <p:spPr>
          <a:xfrm>
            <a:off x="656167" y="2103877"/>
            <a:ext cx="51681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noProof="0" dirty="0">
                <a:solidFill>
                  <a:srgbClr val="040146"/>
                </a:solidFill>
                <a:latin typeface="+mj-lt"/>
                <a:cs typeface="Arial" panose="020B0604020202020204" pitchFamily="34" charset="0"/>
              </a:rPr>
              <a:t>Technologies</a:t>
            </a:r>
          </a:p>
          <a:p>
            <a:r>
              <a:rPr lang="fr-FR" sz="5400" noProof="0" dirty="0">
                <a:solidFill>
                  <a:srgbClr val="040146"/>
                </a:solidFill>
                <a:cs typeface="Arial" panose="020B0604020202020204" pitchFamily="34" charset="0"/>
              </a:rPr>
              <a:t>Web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C7EDA02-6171-4C76-BD7F-B4C3D4CAF290}"/>
              </a:ext>
            </a:extLst>
          </p:cNvPr>
          <p:cNvSpPr/>
          <p:nvPr/>
        </p:nvSpPr>
        <p:spPr>
          <a:xfrm>
            <a:off x="701526" y="4075043"/>
            <a:ext cx="4281291" cy="679080"/>
          </a:xfrm>
          <a:prstGeom prst="roundRect">
            <a:avLst>
              <a:gd name="adj" fmla="val 50000"/>
            </a:avLst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300000"/>
              </a:lnSpc>
            </a:pPr>
            <a:r>
              <a:rPr lang="fr-FR" sz="1600" dirty="0">
                <a:solidFill>
                  <a:schemeClr val="bg1"/>
                </a:solidFill>
                <a:cs typeface="Arial" panose="020B0604020202020204" pitchFamily="34" charset="0"/>
              </a:rPr>
              <a:t>Projet Master2 – Ingénierie Logicielle</a:t>
            </a:r>
            <a:endParaRPr lang="fr-FR" sz="32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ctr"/>
            <a:endParaRPr lang="fr-FR" sz="16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14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12AD3C4-5657-4E48-A724-B0AC9519527C}"/>
              </a:ext>
            </a:extLst>
          </p:cNvPr>
          <p:cNvSpPr/>
          <p:nvPr/>
        </p:nvSpPr>
        <p:spPr>
          <a:xfrm>
            <a:off x="1354000" y="1594647"/>
            <a:ext cx="2811600" cy="4644148"/>
          </a:xfrm>
          <a:prstGeom prst="roundRect">
            <a:avLst>
              <a:gd name="adj" fmla="val 7633"/>
            </a:avLst>
          </a:prstGeom>
          <a:solidFill>
            <a:schemeClr val="bg1"/>
          </a:solidFill>
          <a:ln w="6350" cap="flat">
            <a:solidFill>
              <a:srgbClr val="FD6668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rgbClr val="040146"/>
              </a:solidFill>
              <a:latin typeface="+mj-lt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D9FBF18-E8D0-4774-8BE4-927AA94C0E4F}"/>
              </a:ext>
            </a:extLst>
          </p:cNvPr>
          <p:cNvSpPr/>
          <p:nvPr/>
        </p:nvSpPr>
        <p:spPr>
          <a:xfrm>
            <a:off x="4686443" y="1594647"/>
            <a:ext cx="2811600" cy="4644148"/>
          </a:xfrm>
          <a:prstGeom prst="roundRect">
            <a:avLst>
              <a:gd name="adj" fmla="val 7633"/>
            </a:avLst>
          </a:prstGeom>
          <a:solidFill>
            <a:schemeClr val="bg1"/>
          </a:solidFill>
          <a:ln w="6350" cap="flat">
            <a:solidFill>
              <a:srgbClr val="FD6668"/>
            </a:solidFill>
            <a:prstDash val="solid"/>
            <a:miter/>
          </a:ln>
          <a:effectLst>
            <a:outerShdw blurRad="127000" sx="102000" sy="102000" algn="ctr" rotWithShape="0">
              <a:srgbClr val="FE6347">
                <a:alpha val="1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rgbClr val="040146"/>
              </a:solidFill>
              <a:latin typeface="+mj-lt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B8BBB5A-0159-40BE-9728-BCC6B48116FC}"/>
              </a:ext>
            </a:extLst>
          </p:cNvPr>
          <p:cNvSpPr/>
          <p:nvPr/>
        </p:nvSpPr>
        <p:spPr>
          <a:xfrm>
            <a:off x="8018886" y="1594647"/>
            <a:ext cx="2811600" cy="4644148"/>
          </a:xfrm>
          <a:prstGeom prst="roundRect">
            <a:avLst>
              <a:gd name="adj" fmla="val 7633"/>
            </a:avLst>
          </a:prstGeom>
          <a:solidFill>
            <a:schemeClr val="bg1"/>
          </a:solidFill>
          <a:ln w="6350" cap="flat">
            <a:solidFill>
              <a:srgbClr val="FD6668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rgbClr val="040146"/>
              </a:solidFill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2A8D16-C26D-450E-BB84-743FDAC1C144}"/>
              </a:ext>
            </a:extLst>
          </p:cNvPr>
          <p:cNvSpPr txBox="1"/>
          <p:nvPr/>
        </p:nvSpPr>
        <p:spPr>
          <a:xfrm>
            <a:off x="1350770" y="5120732"/>
            <a:ext cx="2817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ko-KR" sz="1400" dirty="0">
                <a:solidFill>
                  <a:srgbClr val="040146"/>
                </a:solidFill>
              </a:rPr>
              <a:t>Rédaction du cahier de charge, Diagramme UML, etc.</a:t>
            </a:r>
            <a:endParaRPr lang="ko-KR" altLang="en-US" sz="1400" dirty="0">
              <a:solidFill>
                <a:srgbClr val="040146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B8B54A3-DA5D-4B3A-9C01-B86668CB57ED}"/>
              </a:ext>
            </a:extLst>
          </p:cNvPr>
          <p:cNvSpPr/>
          <p:nvPr/>
        </p:nvSpPr>
        <p:spPr>
          <a:xfrm>
            <a:off x="1354660" y="4478864"/>
            <a:ext cx="2810940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040146"/>
                </a:solidFill>
                <a:latin typeface="+mj-lt"/>
              </a:rPr>
              <a:t>1</a:t>
            </a:r>
            <a:r>
              <a:rPr lang="fr-FR" altLang="ko-KR" sz="2000" dirty="0">
                <a:solidFill>
                  <a:srgbClr val="040146"/>
                </a:solidFill>
                <a:latin typeface="+mj-lt"/>
              </a:rPr>
              <a:t>. Conception</a:t>
            </a:r>
            <a:endParaRPr lang="en-US" altLang="ko-KR" sz="2000" dirty="0">
              <a:solidFill>
                <a:srgbClr val="040146"/>
              </a:solidFill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FF9815-FBDE-4717-81A5-FCFCB685E3A1}"/>
              </a:ext>
            </a:extLst>
          </p:cNvPr>
          <p:cNvSpPr txBox="1"/>
          <p:nvPr/>
        </p:nvSpPr>
        <p:spPr>
          <a:xfrm>
            <a:off x="4683721" y="5228453"/>
            <a:ext cx="2817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ko-KR" sz="1400" dirty="0">
                <a:solidFill>
                  <a:srgbClr val="040146"/>
                </a:solidFill>
              </a:rPr>
              <a:t>Organisation AGILE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1EF5E64-431B-4458-87AF-CF7B2017B399}"/>
              </a:ext>
            </a:extLst>
          </p:cNvPr>
          <p:cNvSpPr/>
          <p:nvPr/>
        </p:nvSpPr>
        <p:spPr>
          <a:xfrm>
            <a:off x="4688804" y="4478864"/>
            <a:ext cx="2810940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040146"/>
                </a:solidFill>
                <a:latin typeface="+mj-lt"/>
              </a:rPr>
              <a:t>2. Développement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68FE8F-E825-4B3E-8185-D440AE50D3B8}"/>
              </a:ext>
            </a:extLst>
          </p:cNvPr>
          <p:cNvSpPr txBox="1"/>
          <p:nvPr/>
        </p:nvSpPr>
        <p:spPr>
          <a:xfrm>
            <a:off x="8015656" y="5120732"/>
            <a:ext cx="2817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040146"/>
                </a:solidFill>
              </a:rPr>
              <a:t>Conteneurisation avec Docker </a:t>
            </a:r>
            <a:endParaRPr lang="ko-KR" altLang="en-US" sz="1400" dirty="0">
              <a:solidFill>
                <a:srgbClr val="040146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65FC25E-DA4B-4831-BA6D-D277D98B1005}"/>
              </a:ext>
            </a:extLst>
          </p:cNvPr>
          <p:cNvSpPr/>
          <p:nvPr/>
        </p:nvSpPr>
        <p:spPr>
          <a:xfrm>
            <a:off x="8019546" y="4478864"/>
            <a:ext cx="2810940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040146"/>
                </a:solidFill>
                <a:latin typeface="+mj-lt"/>
              </a:rPr>
              <a:t>3. Déploiement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343FD9-35AC-456D-BF1B-9130553EDA92}"/>
              </a:ext>
            </a:extLst>
          </p:cNvPr>
          <p:cNvSpPr txBox="1"/>
          <p:nvPr/>
        </p:nvSpPr>
        <p:spPr>
          <a:xfrm>
            <a:off x="2679700" y="687330"/>
            <a:ext cx="683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2400">
                <a:cs typeface="Arial" panose="020B0604020202020204" pitchFamily="34" charset="0"/>
              </a:defRPr>
            </a:lvl1pPr>
          </a:lstStyle>
          <a:p>
            <a:r>
              <a:rPr lang="en-US" altLang="ko-KR" dirty="0">
                <a:solidFill>
                  <a:srgbClr val="040146"/>
                </a:solidFill>
              </a:rPr>
              <a:t>Sommaire</a:t>
            </a:r>
            <a:endParaRPr lang="ko-KR" altLang="en-US" dirty="0">
              <a:solidFill>
                <a:srgbClr val="040146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2C531B2-926A-4133-9115-B69EB1C23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414" y="2461479"/>
            <a:ext cx="2459886" cy="127971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06A1EA4-90B5-4CA8-824E-2291A4FDF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434" y="2409497"/>
            <a:ext cx="1909488" cy="138368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770A84E-E3A0-45D5-9F5E-080F08B119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350" y="2409496"/>
            <a:ext cx="2007884" cy="138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891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8E2B2-AE9D-4A94-BC5F-6D39EE78F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343981C-138F-CDD0-0408-EB32B6F53CDE}"/>
              </a:ext>
            </a:extLst>
          </p:cNvPr>
          <p:cNvSpPr/>
          <p:nvPr/>
        </p:nvSpPr>
        <p:spPr>
          <a:xfrm>
            <a:off x="1018724" y="2013928"/>
            <a:ext cx="1466849" cy="830997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r>
              <a:rPr lang="en-US" altLang="ko-KR" sz="4800" dirty="0">
                <a:solidFill>
                  <a:srgbClr val="040146"/>
                </a:solidFill>
                <a:latin typeface="+mj-lt"/>
              </a:rPr>
              <a:t>01. </a:t>
            </a:r>
            <a:endParaRPr lang="ko-KR" altLang="en-US" sz="4800" dirty="0">
              <a:solidFill>
                <a:srgbClr val="040146"/>
              </a:solidFill>
              <a:latin typeface="+mj-lt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1E35EB-B4D3-89C3-E8DE-883AECCC22DB}"/>
              </a:ext>
            </a:extLst>
          </p:cNvPr>
          <p:cNvSpPr/>
          <p:nvPr/>
        </p:nvSpPr>
        <p:spPr>
          <a:xfrm>
            <a:off x="2212524" y="2013928"/>
            <a:ext cx="5830040" cy="830997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r>
              <a:rPr lang="en-US" altLang="ko-KR" sz="4800" dirty="0">
                <a:solidFill>
                  <a:srgbClr val="040146"/>
                </a:solidFill>
                <a:latin typeface="+mj-lt"/>
              </a:rPr>
              <a:t>Conception</a:t>
            </a:r>
            <a:endParaRPr lang="ko-KR" altLang="en-US" sz="4800" dirty="0">
              <a:solidFill>
                <a:srgbClr val="040146"/>
              </a:solidFill>
              <a:latin typeface="+mj-lt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D9FD77F-3D7F-AA70-50D7-5C711BDAE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935" y="3749249"/>
            <a:ext cx="4569865" cy="310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73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C9AC6FD-94BE-43E1-9F4D-9490696BF9F6}"/>
              </a:ext>
            </a:extLst>
          </p:cNvPr>
          <p:cNvSpPr txBox="1"/>
          <p:nvPr/>
        </p:nvSpPr>
        <p:spPr>
          <a:xfrm>
            <a:off x="965200" y="2259769"/>
            <a:ext cx="3685722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defPPr>
              <a:defRPr lang="ko-KR"/>
            </a:defPPr>
            <a:lvl1pPr>
              <a:defRPr sz="3200">
                <a:solidFill>
                  <a:srgbClr val="475DE6"/>
                </a:solidFill>
                <a:latin typeface="+mj-lt"/>
              </a:defRPr>
            </a:lvl1pPr>
          </a:lstStyle>
          <a:p>
            <a:r>
              <a:rPr lang="en-US" altLang="ko-KR" b="1" dirty="0">
                <a:solidFill>
                  <a:srgbClr val="040146"/>
                </a:solidFill>
                <a:latin typeface="+mn-lt"/>
              </a:rPr>
              <a:t>1. </a:t>
            </a:r>
            <a:r>
              <a:rPr lang="en-US" altLang="ko-KR" b="1" dirty="0">
                <a:solidFill>
                  <a:srgbClr val="040146"/>
                </a:solidFill>
              </a:rPr>
              <a:t>Conception</a:t>
            </a:r>
            <a:endParaRPr lang="ko-KR" altLang="en-US" b="1" dirty="0">
              <a:solidFill>
                <a:srgbClr val="04014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AC9339-D217-433A-B73D-4394BE3AF396}"/>
              </a:ext>
            </a:extLst>
          </p:cNvPr>
          <p:cNvSpPr txBox="1"/>
          <p:nvPr/>
        </p:nvSpPr>
        <p:spPr>
          <a:xfrm>
            <a:off x="6273248" y="1166876"/>
            <a:ext cx="4787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400" dirty="0"/>
              <a:t>Nous avons identifié les besoins fonctionnels en </a:t>
            </a:r>
          </a:p>
          <a:p>
            <a:pPr algn="just"/>
            <a:r>
              <a:rPr lang="fr-FR" sz="1400" dirty="0"/>
              <a:t>envoyant un questionnaire via </a:t>
            </a:r>
            <a:r>
              <a:rPr lang="fr-FR" sz="1400" b="1" dirty="0"/>
              <a:t>Google Forms </a:t>
            </a:r>
            <a:r>
              <a:rPr lang="fr-FR" sz="1400" dirty="0"/>
              <a:t>aux </a:t>
            </a:r>
          </a:p>
          <a:p>
            <a:pPr algn="just"/>
            <a:r>
              <a:rPr lang="fr-FR" sz="1400" dirty="0"/>
              <a:t>bibliothèques universitaires de </a:t>
            </a:r>
            <a:r>
              <a:rPr lang="fr-FR" sz="1400" i="1" dirty="0"/>
              <a:t>Paris</a:t>
            </a:r>
            <a:r>
              <a:rPr lang="fr-FR" sz="1400" dirty="0"/>
              <a:t> et </a:t>
            </a:r>
            <a:r>
              <a:rPr lang="fr-FR" sz="1400" i="1" dirty="0"/>
              <a:t>Nancy</a:t>
            </a:r>
            <a:r>
              <a:rPr lang="fr-FR" sz="1400" dirty="0"/>
              <a:t> afin </a:t>
            </a:r>
          </a:p>
          <a:p>
            <a:pPr algn="just"/>
            <a:r>
              <a:rPr lang="fr-FR" sz="1400" dirty="0"/>
              <a:t>de recueillir leurs attentes pour l’application.</a:t>
            </a:r>
            <a:endParaRPr lang="ko-KR" altLang="en-US" sz="1400" dirty="0">
              <a:solidFill>
                <a:srgbClr val="040146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28FB0B9-E770-45B4-AEC4-649C39768DB6}"/>
              </a:ext>
            </a:extLst>
          </p:cNvPr>
          <p:cNvSpPr/>
          <p:nvPr/>
        </p:nvSpPr>
        <p:spPr>
          <a:xfrm>
            <a:off x="6273248" y="828315"/>
            <a:ext cx="4777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1. Identifier les fonctionnalités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1D034E25-C8C3-4729-8B8E-E8D3BD9EF6F8}"/>
              </a:ext>
            </a:extLst>
          </p:cNvPr>
          <p:cNvSpPr/>
          <p:nvPr/>
        </p:nvSpPr>
        <p:spPr>
          <a:xfrm>
            <a:off x="5041348" y="909727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S1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" name="그림 3">
            <a:extLst>
              <a:ext uri="{FF2B5EF4-FFF2-40B4-BE49-F238E27FC236}">
                <a16:creationId xmlns:a16="http://schemas.microsoft.com/office/drawing/2014/main" id="{A973EF1B-82EA-6A50-F91B-D56E8E0E2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77" y="2120983"/>
            <a:ext cx="3813957" cy="4633611"/>
          </a:xfrm>
          <a:prstGeom prst="rect">
            <a:avLst/>
          </a:prstGeom>
        </p:spPr>
      </p:pic>
      <p:pic>
        <p:nvPicPr>
          <p:cNvPr id="8" name="Espace réservé pour une image  6" descr="Une image contenant texte, capture d’écran, Page web, logiciel&#10;&#10;Le contenu généré par l’IA peut être incorrect.">
            <a:extLst>
              <a:ext uri="{FF2B5EF4-FFF2-40B4-BE49-F238E27FC236}">
                <a16:creationId xmlns:a16="http://schemas.microsoft.com/office/drawing/2014/main" id="{52BBDFA6-4630-DB13-790A-E98E4510A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0" b="2600"/>
          <a:stretch>
            <a:fillRect/>
          </a:stretch>
        </p:blipFill>
        <p:spPr>
          <a:xfrm>
            <a:off x="6497237" y="2356138"/>
            <a:ext cx="3235036" cy="4055898"/>
          </a:xfrm>
          <a:prstGeom prst="roundRect">
            <a:avLst>
              <a:gd name="adj" fmla="val 1370"/>
            </a:avLst>
          </a:prstGeom>
        </p:spPr>
      </p:pic>
      <p:pic>
        <p:nvPicPr>
          <p:cNvPr id="9" name="그림 16">
            <a:extLst>
              <a:ext uri="{FF2B5EF4-FFF2-40B4-BE49-F238E27FC236}">
                <a16:creationId xmlns:a16="http://schemas.microsoft.com/office/drawing/2014/main" id="{69F15EA0-BF9A-1395-C394-629B782411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80" y="3830501"/>
            <a:ext cx="4393242" cy="302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13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ABCAE-0B42-8D66-D23E-E646A4869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B1BCB7F-1D59-F3CF-41C7-EDA5E424A5C0}"/>
              </a:ext>
            </a:extLst>
          </p:cNvPr>
          <p:cNvSpPr txBox="1"/>
          <p:nvPr/>
        </p:nvSpPr>
        <p:spPr>
          <a:xfrm>
            <a:off x="965200" y="2259769"/>
            <a:ext cx="3685722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defPPr>
              <a:defRPr lang="ko-KR"/>
            </a:defPPr>
            <a:lvl1pPr>
              <a:defRPr sz="3200">
                <a:solidFill>
                  <a:srgbClr val="475DE6"/>
                </a:solidFill>
                <a:latin typeface="+mj-lt"/>
              </a:defRPr>
            </a:lvl1pPr>
          </a:lstStyle>
          <a:p>
            <a:r>
              <a:rPr lang="en-US" altLang="ko-KR" b="1" dirty="0">
                <a:solidFill>
                  <a:srgbClr val="040146"/>
                </a:solidFill>
                <a:latin typeface="+mn-lt"/>
              </a:rPr>
              <a:t>1. </a:t>
            </a:r>
            <a:r>
              <a:rPr lang="en-US" altLang="ko-KR" b="1" dirty="0">
                <a:solidFill>
                  <a:srgbClr val="040146"/>
                </a:solidFill>
              </a:rPr>
              <a:t>Conception</a:t>
            </a:r>
            <a:endParaRPr lang="ko-KR" altLang="en-US" b="1" dirty="0">
              <a:solidFill>
                <a:srgbClr val="04014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F51B0F-051A-F750-6EE3-2A00828FB979}"/>
              </a:ext>
            </a:extLst>
          </p:cNvPr>
          <p:cNvSpPr txBox="1"/>
          <p:nvPr/>
        </p:nvSpPr>
        <p:spPr>
          <a:xfrm>
            <a:off x="6273248" y="1166876"/>
            <a:ext cx="4787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400" dirty="0"/>
              <a:t>Un premier diagramme de cas d’utilisation a été</a:t>
            </a:r>
          </a:p>
          <a:p>
            <a:pPr algn="just"/>
            <a:r>
              <a:rPr lang="fr-FR" sz="1400" dirty="0"/>
              <a:t>élaboré afin de modéliser les interactions entre les utilisateurs et le système..</a:t>
            </a:r>
            <a:endParaRPr lang="ko-KR" altLang="en-US" sz="1400" dirty="0">
              <a:solidFill>
                <a:srgbClr val="040146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8E37B88-53C1-01B4-BAAB-30035AAAD6F8}"/>
              </a:ext>
            </a:extLst>
          </p:cNvPr>
          <p:cNvSpPr/>
          <p:nvPr/>
        </p:nvSpPr>
        <p:spPr>
          <a:xfrm>
            <a:off x="6273248" y="828315"/>
            <a:ext cx="4777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2. Diagrammes de cas d’utilisation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162C7202-79D8-6290-E311-117AC74C8C81}"/>
              </a:ext>
            </a:extLst>
          </p:cNvPr>
          <p:cNvSpPr/>
          <p:nvPr/>
        </p:nvSpPr>
        <p:spPr>
          <a:xfrm>
            <a:off x="5041348" y="909727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S1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" name="그림 3">
            <a:extLst>
              <a:ext uri="{FF2B5EF4-FFF2-40B4-BE49-F238E27FC236}">
                <a16:creationId xmlns:a16="http://schemas.microsoft.com/office/drawing/2014/main" id="{00DFDCF5-EA6F-5886-D815-AFC51D8E9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478" y="1836391"/>
            <a:ext cx="7739269" cy="5122618"/>
          </a:xfrm>
          <a:prstGeom prst="rect">
            <a:avLst/>
          </a:prstGeom>
        </p:spPr>
      </p:pic>
      <p:pic>
        <p:nvPicPr>
          <p:cNvPr id="8" name="Espace réservé pour une image  6">
            <a:extLst>
              <a:ext uri="{FF2B5EF4-FFF2-40B4-BE49-F238E27FC236}">
                <a16:creationId xmlns:a16="http://schemas.microsoft.com/office/drawing/2014/main" id="{470FE6E3-3FA3-7181-2470-8C02AB05C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3" b="813"/>
          <a:stretch/>
        </p:blipFill>
        <p:spPr>
          <a:xfrm>
            <a:off x="4187687" y="2113722"/>
            <a:ext cx="6718851" cy="4500972"/>
          </a:xfrm>
          <a:prstGeom prst="roundRect">
            <a:avLst>
              <a:gd name="adj" fmla="val 1370"/>
            </a:avLst>
          </a:prstGeom>
        </p:spPr>
      </p:pic>
      <p:pic>
        <p:nvPicPr>
          <p:cNvPr id="5" name="그림 16">
            <a:extLst>
              <a:ext uri="{FF2B5EF4-FFF2-40B4-BE49-F238E27FC236}">
                <a16:creationId xmlns:a16="http://schemas.microsoft.com/office/drawing/2014/main" id="{220873CB-E362-EDD4-7B80-D700275337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80" y="3830501"/>
            <a:ext cx="4393242" cy="302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454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F6420-7933-85B6-BE73-76EAC335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526E242-8E40-AED8-CCD0-BCFCAD1DBBCB}"/>
              </a:ext>
            </a:extLst>
          </p:cNvPr>
          <p:cNvSpPr txBox="1"/>
          <p:nvPr/>
        </p:nvSpPr>
        <p:spPr>
          <a:xfrm>
            <a:off x="965200" y="2259769"/>
            <a:ext cx="3685722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defPPr>
              <a:defRPr lang="ko-KR"/>
            </a:defPPr>
            <a:lvl1pPr>
              <a:defRPr sz="3200">
                <a:solidFill>
                  <a:srgbClr val="475DE6"/>
                </a:solidFill>
                <a:latin typeface="+mj-lt"/>
              </a:defRPr>
            </a:lvl1pPr>
          </a:lstStyle>
          <a:p>
            <a:r>
              <a:rPr lang="en-US" altLang="ko-KR" b="1" dirty="0">
                <a:solidFill>
                  <a:srgbClr val="040146"/>
                </a:solidFill>
                <a:latin typeface="+mn-lt"/>
              </a:rPr>
              <a:t>1. </a:t>
            </a:r>
            <a:r>
              <a:rPr lang="en-US" altLang="ko-KR" b="1" dirty="0">
                <a:solidFill>
                  <a:srgbClr val="040146"/>
                </a:solidFill>
              </a:rPr>
              <a:t>Conception</a:t>
            </a:r>
            <a:endParaRPr lang="ko-KR" altLang="en-US" b="1" dirty="0">
              <a:solidFill>
                <a:srgbClr val="04014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85E6C4-917E-6507-3E17-0F6C8BD756C0}"/>
              </a:ext>
            </a:extLst>
          </p:cNvPr>
          <p:cNvSpPr txBox="1"/>
          <p:nvPr/>
        </p:nvSpPr>
        <p:spPr>
          <a:xfrm>
            <a:off x="6273248" y="1166876"/>
            <a:ext cx="4787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400" dirty="0"/>
              <a:t>Un diagramme de classes a également été conçu afin de représenter la structure des données et les</a:t>
            </a:r>
          </a:p>
          <a:p>
            <a:pPr algn="just"/>
            <a:r>
              <a:rPr lang="fr-FR" sz="1400" dirty="0"/>
              <a:t>relations entre les entités du système.</a:t>
            </a:r>
            <a:endParaRPr lang="ko-KR" altLang="en-US" sz="1400" dirty="0">
              <a:solidFill>
                <a:srgbClr val="040146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F044778-C8DB-FBA3-2065-2771F22F28D8}"/>
              </a:ext>
            </a:extLst>
          </p:cNvPr>
          <p:cNvSpPr/>
          <p:nvPr/>
        </p:nvSpPr>
        <p:spPr>
          <a:xfrm>
            <a:off x="6273248" y="828315"/>
            <a:ext cx="4777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3. Diagrammes de classes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45FB07D-5BEF-C795-1BBD-146061239227}"/>
              </a:ext>
            </a:extLst>
          </p:cNvPr>
          <p:cNvSpPr/>
          <p:nvPr/>
        </p:nvSpPr>
        <p:spPr>
          <a:xfrm>
            <a:off x="5041348" y="909727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S1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그림 16">
            <a:extLst>
              <a:ext uri="{FF2B5EF4-FFF2-40B4-BE49-F238E27FC236}">
                <a16:creationId xmlns:a16="http://schemas.microsoft.com/office/drawing/2014/main" id="{C10F047C-2D37-4C5E-D067-CF8209545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80" y="3830501"/>
            <a:ext cx="4393242" cy="30274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FFBF456-67AA-5B4F-7F54-24777DBD9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527" y="2089203"/>
            <a:ext cx="5689065" cy="4311598"/>
          </a:xfrm>
          <a:prstGeom prst="rect">
            <a:avLst/>
          </a:prstGeom>
        </p:spPr>
      </p:pic>
      <p:pic>
        <p:nvPicPr>
          <p:cNvPr id="5" name="Espace réservé pour une image  6">
            <a:extLst>
              <a:ext uri="{FF2B5EF4-FFF2-40B4-BE49-F238E27FC236}">
                <a16:creationId xmlns:a16="http://schemas.microsoft.com/office/drawing/2014/main" id="{3B19AEEA-E7F0-2FF1-243B-08E0F10FA7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0" b="-1581"/>
          <a:stretch>
            <a:fillRect/>
          </a:stretch>
        </p:blipFill>
        <p:spPr>
          <a:xfrm>
            <a:off x="5742709" y="2325756"/>
            <a:ext cx="4896702" cy="3811807"/>
          </a:xfrm>
          <a:prstGeom prst="roundRect">
            <a:avLst>
              <a:gd name="adj" fmla="val 1370"/>
            </a:avLst>
          </a:prstGeom>
        </p:spPr>
      </p:pic>
    </p:spTree>
    <p:extLst>
      <p:ext uri="{BB962C8B-B14F-4D97-AF65-F5344CB8AC3E}">
        <p14:creationId xmlns:p14="http://schemas.microsoft.com/office/powerpoint/2010/main" val="3813821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8D9D6-F8D9-829F-4659-4E2E1FC62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7D2152F-86D3-0E16-7240-9CA052F0A84A}"/>
              </a:ext>
            </a:extLst>
          </p:cNvPr>
          <p:cNvSpPr txBox="1"/>
          <p:nvPr/>
        </p:nvSpPr>
        <p:spPr>
          <a:xfrm>
            <a:off x="965200" y="2259769"/>
            <a:ext cx="3685722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defPPr>
              <a:defRPr lang="ko-KR"/>
            </a:defPPr>
            <a:lvl1pPr>
              <a:defRPr sz="3200">
                <a:solidFill>
                  <a:srgbClr val="475DE6"/>
                </a:solidFill>
                <a:latin typeface="+mj-lt"/>
              </a:defRPr>
            </a:lvl1pPr>
          </a:lstStyle>
          <a:p>
            <a:r>
              <a:rPr lang="en-US" altLang="ko-KR" b="1" dirty="0">
                <a:solidFill>
                  <a:srgbClr val="040146"/>
                </a:solidFill>
                <a:latin typeface="+mn-lt"/>
              </a:rPr>
              <a:t>1. </a:t>
            </a:r>
            <a:r>
              <a:rPr lang="en-US" altLang="ko-KR" b="1" dirty="0">
                <a:solidFill>
                  <a:srgbClr val="040146"/>
                </a:solidFill>
              </a:rPr>
              <a:t>Conception</a:t>
            </a:r>
            <a:endParaRPr lang="ko-KR" altLang="en-US" b="1" dirty="0">
              <a:solidFill>
                <a:srgbClr val="04014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87E0AF-8FB4-0DD5-1321-15B084A51E73}"/>
              </a:ext>
            </a:extLst>
          </p:cNvPr>
          <p:cNvSpPr txBox="1"/>
          <p:nvPr/>
        </p:nvSpPr>
        <p:spPr>
          <a:xfrm>
            <a:off x="6273247" y="1166876"/>
            <a:ext cx="515180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400" dirty="0"/>
              <a:t>L’architecture intègre </a:t>
            </a:r>
            <a:r>
              <a:rPr lang="fr-FR" sz="1400" b="1" dirty="0">
                <a:solidFill>
                  <a:schemeClr val="accent1"/>
                </a:solidFill>
              </a:rPr>
              <a:t>NestJS</a:t>
            </a:r>
            <a:r>
              <a:rPr lang="fr-FR" sz="1400" dirty="0"/>
              <a:t> pour </a:t>
            </a:r>
            <a:r>
              <a:rPr lang="fr-FR" sz="1400" i="1" dirty="0"/>
              <a:t>l’API REST</a:t>
            </a:r>
            <a:r>
              <a:rPr lang="fr-FR" sz="1400" dirty="0"/>
              <a:t>, </a:t>
            </a:r>
            <a:r>
              <a:rPr lang="fr-FR" sz="1400" b="1" dirty="0">
                <a:solidFill>
                  <a:schemeClr val="accent1"/>
                </a:solidFill>
              </a:rPr>
              <a:t>React</a:t>
            </a:r>
            <a:r>
              <a:rPr lang="fr-FR" sz="1400" dirty="0"/>
              <a:t> avec </a:t>
            </a:r>
            <a:r>
              <a:rPr lang="fr-FR" sz="1400" i="1" dirty="0"/>
              <a:t>React Router </a:t>
            </a:r>
            <a:r>
              <a:rPr lang="fr-FR" sz="1400" dirty="0"/>
              <a:t>pour le frontend, </a:t>
            </a:r>
            <a:r>
              <a:rPr lang="fr-FR" sz="1400" b="1" dirty="0">
                <a:solidFill>
                  <a:schemeClr val="accent1"/>
                </a:solidFill>
              </a:rPr>
              <a:t>MongoDB</a:t>
            </a:r>
            <a:r>
              <a:rPr lang="fr-FR" sz="1400" dirty="0"/>
              <a:t> via </a:t>
            </a:r>
            <a:r>
              <a:rPr lang="fr-FR" sz="1400" i="1" dirty="0"/>
              <a:t>Mongoose</a:t>
            </a:r>
            <a:r>
              <a:rPr lang="fr-FR" sz="1400" dirty="0"/>
              <a:t> </a:t>
            </a:r>
          </a:p>
          <a:p>
            <a:pPr algn="just"/>
            <a:r>
              <a:rPr lang="fr-FR" sz="1400" dirty="0"/>
              <a:t>,</a:t>
            </a:r>
            <a:r>
              <a:rPr lang="fr-FR" sz="1400" b="1" dirty="0">
                <a:solidFill>
                  <a:schemeClr val="accent1"/>
                </a:solidFill>
              </a:rPr>
              <a:t>FastAPI</a:t>
            </a:r>
            <a:r>
              <a:rPr lang="fr-FR" sz="1400" dirty="0"/>
              <a:t> pour le module de </a:t>
            </a:r>
            <a:r>
              <a:rPr lang="fr-FR" sz="1400" i="1" dirty="0"/>
              <a:t>machine learning en Python</a:t>
            </a:r>
            <a:r>
              <a:rPr lang="fr-FR" sz="1400" dirty="0"/>
              <a:t>, </a:t>
            </a:r>
          </a:p>
          <a:p>
            <a:pPr algn="just"/>
            <a:r>
              <a:rPr lang="fr-FR" sz="1400" b="1" dirty="0">
                <a:solidFill>
                  <a:schemeClr val="accent1"/>
                </a:solidFill>
              </a:rPr>
              <a:t>Supabase</a:t>
            </a:r>
            <a:r>
              <a:rPr lang="fr-FR" sz="1400" dirty="0"/>
              <a:t> comme solution de stockage type </a:t>
            </a:r>
            <a:r>
              <a:rPr lang="fr-FR" sz="1400" i="1" dirty="0"/>
              <a:t>S3</a:t>
            </a:r>
            <a:r>
              <a:rPr lang="fr-FR" sz="1400" dirty="0"/>
              <a:t>, et</a:t>
            </a:r>
          </a:p>
          <a:p>
            <a:pPr algn="just"/>
            <a:r>
              <a:rPr lang="fr-FR" sz="1400" b="1" dirty="0">
                <a:solidFill>
                  <a:schemeClr val="accent1"/>
                </a:solidFill>
              </a:rPr>
              <a:t>Docker</a:t>
            </a:r>
            <a:r>
              <a:rPr lang="fr-FR" sz="1400" dirty="0"/>
              <a:t> pour la </a:t>
            </a:r>
            <a:r>
              <a:rPr lang="fr-FR" sz="1400" i="1" dirty="0"/>
              <a:t>conteneurisation</a:t>
            </a:r>
            <a:r>
              <a:rPr lang="fr-FR" sz="1400" dirty="0"/>
              <a:t>.</a:t>
            </a:r>
            <a:endParaRPr lang="ko-KR" altLang="en-US" sz="1400" dirty="0">
              <a:solidFill>
                <a:srgbClr val="040146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62F9B2B-A3A2-B841-A3BD-B06DAC7FDA14}"/>
              </a:ext>
            </a:extLst>
          </p:cNvPr>
          <p:cNvSpPr/>
          <p:nvPr/>
        </p:nvSpPr>
        <p:spPr>
          <a:xfrm>
            <a:off x="6273248" y="828315"/>
            <a:ext cx="4777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4. Définitions des technologies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7DBCCCF-8833-C44A-A1E9-08DC1ED20D07}"/>
              </a:ext>
            </a:extLst>
          </p:cNvPr>
          <p:cNvSpPr/>
          <p:nvPr/>
        </p:nvSpPr>
        <p:spPr>
          <a:xfrm>
            <a:off x="5041348" y="909727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S1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그림 16">
            <a:extLst>
              <a:ext uri="{FF2B5EF4-FFF2-40B4-BE49-F238E27FC236}">
                <a16:creationId xmlns:a16="http://schemas.microsoft.com/office/drawing/2014/main" id="{DB9E0DA5-EB74-6DBE-9CF3-591C844AE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80" y="3830501"/>
            <a:ext cx="4393242" cy="3027499"/>
          </a:xfrm>
          <a:prstGeom prst="rect">
            <a:avLst/>
          </a:prstGeom>
        </p:spPr>
      </p:pic>
      <p:pic>
        <p:nvPicPr>
          <p:cNvPr id="6" name="Image 5" descr="Une image contenant texte, capture d’écran, carte de visite, Police&#10;&#10;Le contenu généré par l’IA peut être incorrect.">
            <a:extLst>
              <a:ext uri="{FF2B5EF4-FFF2-40B4-BE49-F238E27FC236}">
                <a16:creationId xmlns:a16="http://schemas.microsoft.com/office/drawing/2014/main" id="{5645BDD0-69C3-34E2-00B1-59821BA3B0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757" y="2531179"/>
            <a:ext cx="3460206" cy="173010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9" name="TextBox 17">
            <a:extLst>
              <a:ext uri="{FF2B5EF4-FFF2-40B4-BE49-F238E27FC236}">
                <a16:creationId xmlns:a16="http://schemas.microsoft.com/office/drawing/2014/main" id="{D209E06B-33FC-6619-BC15-DD213BC97C3B}"/>
              </a:ext>
            </a:extLst>
          </p:cNvPr>
          <p:cNvSpPr txBox="1"/>
          <p:nvPr/>
        </p:nvSpPr>
        <p:spPr>
          <a:xfrm>
            <a:off x="7534012" y="2288942"/>
            <a:ext cx="4787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ko-KR" altLang="en-US" sz="1400" dirty="0">
              <a:solidFill>
                <a:srgbClr val="040146"/>
              </a:solidFill>
            </a:endParaRPr>
          </a:p>
        </p:txBody>
      </p:sp>
      <p:pic>
        <p:nvPicPr>
          <p:cNvPr id="14" name="Image 13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2CB8D770-A592-F4E2-A01C-54675B1B2D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75" y="2844544"/>
            <a:ext cx="3460206" cy="173010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6" name="Image 15" descr="Une image contenant Police, Graphique, logo, conception&#10;&#10;Le contenu généré par l’IA peut être incorrect.">
            <a:extLst>
              <a:ext uri="{FF2B5EF4-FFF2-40B4-BE49-F238E27FC236}">
                <a16:creationId xmlns:a16="http://schemas.microsoft.com/office/drawing/2014/main" id="{B5740E78-5398-DBA1-EA23-A859FECB67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793" y="2552156"/>
            <a:ext cx="2083671" cy="113585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1" name="Image 20" descr="Une image contenant Police, logo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EB91BDAE-E9AC-D5AE-669C-0E3B88F119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793" y="3805275"/>
            <a:ext cx="2083671" cy="109129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3" name="Image 22" descr="Une image contenant logo, Polic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048EEFE7-AD68-B4BE-09F0-69DEDC37A3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792" y="5013830"/>
            <a:ext cx="2083671" cy="104959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5" name="Image 24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A0D8B6C1-D230-540C-00F0-8667B1968A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584" y="4456034"/>
            <a:ext cx="3460206" cy="131848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0906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825EC-DE2C-DAEB-DE58-B3AE2B37E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CAD1F33-A421-AE77-B9D9-407C1AE0D6C7}"/>
              </a:ext>
            </a:extLst>
          </p:cNvPr>
          <p:cNvSpPr txBox="1"/>
          <p:nvPr/>
        </p:nvSpPr>
        <p:spPr>
          <a:xfrm>
            <a:off x="965200" y="2259769"/>
            <a:ext cx="3685722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defPPr>
              <a:defRPr lang="ko-KR"/>
            </a:defPPr>
            <a:lvl1pPr>
              <a:defRPr sz="3200">
                <a:solidFill>
                  <a:srgbClr val="475DE6"/>
                </a:solidFill>
                <a:latin typeface="+mj-lt"/>
              </a:defRPr>
            </a:lvl1pPr>
          </a:lstStyle>
          <a:p>
            <a:r>
              <a:rPr lang="en-US" altLang="ko-KR" b="1" dirty="0">
                <a:solidFill>
                  <a:srgbClr val="040146"/>
                </a:solidFill>
                <a:latin typeface="+mn-lt"/>
              </a:rPr>
              <a:t>1. </a:t>
            </a:r>
            <a:r>
              <a:rPr lang="en-US" altLang="ko-KR" b="1" dirty="0">
                <a:solidFill>
                  <a:srgbClr val="040146"/>
                </a:solidFill>
              </a:rPr>
              <a:t>Conception</a:t>
            </a:r>
            <a:endParaRPr lang="ko-KR" altLang="en-US" b="1" dirty="0">
              <a:solidFill>
                <a:srgbClr val="04014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2B298F-E36F-FC8F-B56C-92EEE8BDA5CB}"/>
              </a:ext>
            </a:extLst>
          </p:cNvPr>
          <p:cNvSpPr txBox="1"/>
          <p:nvPr/>
        </p:nvSpPr>
        <p:spPr>
          <a:xfrm>
            <a:off x="6273247" y="1166876"/>
            <a:ext cx="55862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Avec un suivi des tâches via </a:t>
            </a:r>
            <a:r>
              <a:rPr lang="fr-FR" sz="1400" b="1" dirty="0">
                <a:solidFill>
                  <a:schemeClr val="accent1"/>
                </a:solidFill>
              </a:rPr>
              <a:t>Trello</a:t>
            </a:r>
            <a:r>
              <a:rPr lang="fr-FR" sz="1400" dirty="0"/>
              <a:t> et une communication</a:t>
            </a:r>
          </a:p>
          <a:p>
            <a:r>
              <a:rPr lang="fr-FR" sz="1400" dirty="0"/>
              <a:t>régulière, et la création d’un dossier partagé sur </a:t>
            </a:r>
          </a:p>
          <a:p>
            <a:r>
              <a:rPr lang="fr-FR" sz="1400" b="1" dirty="0">
                <a:solidFill>
                  <a:schemeClr val="accent1"/>
                </a:solidFill>
              </a:rPr>
              <a:t>Google Drive </a:t>
            </a:r>
            <a:r>
              <a:rPr lang="fr-FR" sz="1400" dirty="0"/>
              <a:t>pour centraliser les ressources.</a:t>
            </a:r>
          </a:p>
          <a:p>
            <a:pPr algn="just"/>
            <a:endParaRPr lang="ko-KR" altLang="en-US" sz="1400" dirty="0">
              <a:solidFill>
                <a:srgbClr val="040146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45C7D82-D01E-D22E-D559-AE9631BFD4A8}"/>
              </a:ext>
            </a:extLst>
          </p:cNvPr>
          <p:cNvSpPr/>
          <p:nvPr/>
        </p:nvSpPr>
        <p:spPr>
          <a:xfrm>
            <a:off x="6273248" y="828315"/>
            <a:ext cx="4777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5. Elaborations et organisations AGILE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D37693E2-EA92-2960-C8F6-3CACE6A0B4DC}"/>
              </a:ext>
            </a:extLst>
          </p:cNvPr>
          <p:cNvSpPr/>
          <p:nvPr/>
        </p:nvSpPr>
        <p:spPr>
          <a:xfrm>
            <a:off x="5041348" y="909727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S1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그림 16">
            <a:extLst>
              <a:ext uri="{FF2B5EF4-FFF2-40B4-BE49-F238E27FC236}">
                <a16:creationId xmlns:a16="http://schemas.microsoft.com/office/drawing/2014/main" id="{842A149C-B6D2-A5D2-388D-CBC3BAA14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80" y="3830501"/>
            <a:ext cx="4393242" cy="30274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94AEFB2-F862-08E3-C0AC-56EC7F74E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527" y="2089203"/>
            <a:ext cx="5689065" cy="487270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E517E1F-3F44-083A-574D-F923DDBE34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8074" y="2290890"/>
            <a:ext cx="4918362" cy="214341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5B8F3FB-63D0-E14D-C252-EC1511AB3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8073" y="4537364"/>
            <a:ext cx="4918362" cy="206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71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AF1FB0C-6926-49C7-A450-3971F69FD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935" y="3749249"/>
            <a:ext cx="4569865" cy="3108751"/>
          </a:xfrm>
          <a:prstGeom prst="rect">
            <a:avLst/>
          </a:prstGeom>
        </p:spPr>
      </p:pic>
      <p:sp>
        <p:nvSpPr>
          <p:cNvPr id="2" name="타원 2">
            <a:extLst>
              <a:ext uri="{FF2B5EF4-FFF2-40B4-BE49-F238E27FC236}">
                <a16:creationId xmlns:a16="http://schemas.microsoft.com/office/drawing/2014/main" id="{9A82AED4-758C-B93A-56D8-A1BBC4ED29F6}"/>
              </a:ext>
            </a:extLst>
          </p:cNvPr>
          <p:cNvSpPr/>
          <p:nvPr/>
        </p:nvSpPr>
        <p:spPr>
          <a:xfrm>
            <a:off x="1098826" y="2834849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S2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타원 2">
            <a:extLst>
              <a:ext uri="{FF2B5EF4-FFF2-40B4-BE49-F238E27FC236}">
                <a16:creationId xmlns:a16="http://schemas.microsoft.com/office/drawing/2014/main" id="{70F1537F-A8B1-6E3F-4173-E341CB41BF59}"/>
              </a:ext>
            </a:extLst>
          </p:cNvPr>
          <p:cNvSpPr/>
          <p:nvPr/>
        </p:nvSpPr>
        <p:spPr>
          <a:xfrm>
            <a:off x="3118124" y="2844925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S4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타원 2">
            <a:extLst>
              <a:ext uri="{FF2B5EF4-FFF2-40B4-BE49-F238E27FC236}">
                <a16:creationId xmlns:a16="http://schemas.microsoft.com/office/drawing/2014/main" id="{91CF0800-5C16-DF42-6A56-9184FE0044B0}"/>
              </a:ext>
            </a:extLst>
          </p:cNvPr>
          <p:cNvSpPr/>
          <p:nvPr/>
        </p:nvSpPr>
        <p:spPr>
          <a:xfrm>
            <a:off x="2108475" y="2834849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S3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타원 2">
            <a:extLst>
              <a:ext uri="{FF2B5EF4-FFF2-40B4-BE49-F238E27FC236}">
                <a16:creationId xmlns:a16="http://schemas.microsoft.com/office/drawing/2014/main" id="{5B882833-077E-9C6E-F226-1F6720D1E2D3}"/>
              </a:ext>
            </a:extLst>
          </p:cNvPr>
          <p:cNvSpPr/>
          <p:nvPr/>
        </p:nvSpPr>
        <p:spPr>
          <a:xfrm>
            <a:off x="4127773" y="2863687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S5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DB810C59-5841-D4B9-8FBF-04874F20E303}"/>
              </a:ext>
            </a:extLst>
          </p:cNvPr>
          <p:cNvSpPr txBox="1"/>
          <p:nvPr/>
        </p:nvSpPr>
        <p:spPr>
          <a:xfrm>
            <a:off x="1098826" y="2148933"/>
            <a:ext cx="5703756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defPPr>
              <a:defRPr lang="ko-KR"/>
            </a:defPPr>
            <a:lvl1pPr>
              <a:defRPr sz="3200">
                <a:solidFill>
                  <a:srgbClr val="475DE6"/>
                </a:solidFill>
                <a:latin typeface="+mj-lt"/>
              </a:defRPr>
            </a:lvl1pPr>
          </a:lstStyle>
          <a:p>
            <a:r>
              <a:rPr lang="en-US" altLang="ko-KR" b="1" dirty="0">
                <a:solidFill>
                  <a:srgbClr val="040146"/>
                </a:solidFill>
                <a:latin typeface="+mn-lt"/>
              </a:rPr>
              <a:t>2. </a:t>
            </a:r>
            <a:r>
              <a:rPr lang="en-US" altLang="ko-KR" b="1" dirty="0">
                <a:solidFill>
                  <a:srgbClr val="040146"/>
                </a:solidFill>
              </a:rPr>
              <a:t>Développement</a:t>
            </a:r>
            <a:endParaRPr lang="ko-KR" altLang="en-US" b="1" dirty="0">
              <a:solidFill>
                <a:srgbClr val="0401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81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33295-0F0F-CE98-F534-7C2CEBCFF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9">
            <a:extLst>
              <a:ext uri="{FF2B5EF4-FFF2-40B4-BE49-F238E27FC236}">
                <a16:creationId xmlns:a16="http://schemas.microsoft.com/office/drawing/2014/main" id="{901CBADC-10AB-21C1-1E0A-C1F557B02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357" y="5224633"/>
            <a:ext cx="2366852" cy="1610103"/>
          </a:xfrm>
          <a:prstGeom prst="rect">
            <a:avLst/>
          </a:prstGeom>
        </p:spPr>
      </p:pic>
      <p:sp>
        <p:nvSpPr>
          <p:cNvPr id="11" name="Arc 10">
            <a:extLst>
              <a:ext uri="{FF2B5EF4-FFF2-40B4-BE49-F238E27FC236}">
                <a16:creationId xmlns:a16="http://schemas.microsoft.com/office/drawing/2014/main" id="{64698D18-7936-557C-B0C9-3112DF39473B}"/>
              </a:ext>
            </a:extLst>
          </p:cNvPr>
          <p:cNvSpPr/>
          <p:nvPr/>
        </p:nvSpPr>
        <p:spPr>
          <a:xfrm>
            <a:off x="5552761" y="2138019"/>
            <a:ext cx="5605259" cy="4572000"/>
          </a:xfrm>
          <a:prstGeom prst="arc">
            <a:avLst>
              <a:gd name="adj1" fmla="val 12635382"/>
              <a:gd name="adj2" fmla="val 19579061"/>
            </a:avLst>
          </a:prstGeom>
          <a:noFill/>
          <a:ln>
            <a:solidFill>
              <a:schemeClr val="accent2"/>
            </a:solidFill>
            <a:prstDash val="dash"/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7FD980C5-3B18-5619-349F-64278B9EFD80}"/>
              </a:ext>
            </a:extLst>
          </p:cNvPr>
          <p:cNvSpPr/>
          <p:nvPr/>
        </p:nvSpPr>
        <p:spPr>
          <a:xfrm>
            <a:off x="7103758" y="2138019"/>
            <a:ext cx="4338331" cy="4572000"/>
          </a:xfrm>
          <a:prstGeom prst="arc">
            <a:avLst>
              <a:gd name="adj1" fmla="val 13035532"/>
              <a:gd name="adj2" fmla="val 19150891"/>
            </a:avLst>
          </a:prstGeom>
          <a:noFill/>
          <a:ln>
            <a:solidFill>
              <a:schemeClr val="accent4"/>
            </a:solidFill>
            <a:prstDash val="dash"/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9">
            <a:extLst>
              <a:ext uri="{FF2B5EF4-FFF2-40B4-BE49-F238E27FC236}">
                <a16:creationId xmlns:a16="http://schemas.microsoft.com/office/drawing/2014/main" id="{F6D00231-ADAE-7B00-B628-B48E136585E2}"/>
              </a:ext>
            </a:extLst>
          </p:cNvPr>
          <p:cNvGrpSpPr/>
          <p:nvPr/>
        </p:nvGrpSpPr>
        <p:grpSpPr>
          <a:xfrm>
            <a:off x="2235342" y="3077003"/>
            <a:ext cx="1686975" cy="1875364"/>
            <a:chOff x="8022459" y="2398056"/>
            <a:chExt cx="1686975" cy="1875364"/>
          </a:xfrm>
        </p:grpSpPr>
        <p:sp>
          <p:nvSpPr>
            <p:cNvPr id="14" name="Oval 10">
              <a:extLst>
                <a:ext uri="{FF2B5EF4-FFF2-40B4-BE49-F238E27FC236}">
                  <a16:creationId xmlns:a16="http://schemas.microsoft.com/office/drawing/2014/main" id="{DDC26C3F-A201-547A-C36A-1F3D06B18DCC}"/>
                </a:ext>
              </a:extLst>
            </p:cNvPr>
            <p:cNvSpPr/>
            <p:nvPr/>
          </p:nvSpPr>
          <p:spPr>
            <a:xfrm>
              <a:off x="8022459" y="2586445"/>
              <a:ext cx="1686975" cy="1686975"/>
            </a:xfrm>
            <a:prstGeom prst="ellipse">
              <a:avLst/>
            </a:prstGeom>
            <a:solidFill>
              <a:srgbClr val="FD66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/>
                <a:t>Rétrospéctive</a:t>
              </a:r>
            </a:p>
          </p:txBody>
        </p:sp>
        <p:sp>
          <p:nvSpPr>
            <p:cNvPr id="15" name="Oval 11">
              <a:extLst>
                <a:ext uri="{FF2B5EF4-FFF2-40B4-BE49-F238E27FC236}">
                  <a16:creationId xmlns:a16="http://schemas.microsoft.com/office/drawing/2014/main" id="{CA9458CD-F67F-C2A2-67F7-DE06AC541CAE}"/>
                </a:ext>
              </a:extLst>
            </p:cNvPr>
            <p:cNvSpPr/>
            <p:nvPr/>
          </p:nvSpPr>
          <p:spPr>
            <a:xfrm>
              <a:off x="8712354" y="2398056"/>
              <a:ext cx="299900" cy="299900"/>
            </a:xfrm>
            <a:prstGeom prst="ellipse">
              <a:avLst/>
            </a:prstGeom>
            <a:solidFill>
              <a:srgbClr val="FD6668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</p:grpSp>
      <p:grpSp>
        <p:nvGrpSpPr>
          <p:cNvPr id="16" name="Group 12">
            <a:extLst>
              <a:ext uri="{FF2B5EF4-FFF2-40B4-BE49-F238E27FC236}">
                <a16:creationId xmlns:a16="http://schemas.microsoft.com/office/drawing/2014/main" id="{671AE3E9-6715-EF63-F14A-6FF5D32A1431}"/>
              </a:ext>
            </a:extLst>
          </p:cNvPr>
          <p:cNvGrpSpPr/>
          <p:nvPr/>
        </p:nvGrpSpPr>
        <p:grpSpPr>
          <a:xfrm>
            <a:off x="3683211" y="3077003"/>
            <a:ext cx="1686975" cy="1875364"/>
            <a:chOff x="8022459" y="2398056"/>
            <a:chExt cx="1686975" cy="1875364"/>
          </a:xfrm>
          <a:solidFill>
            <a:srgbClr val="00B0F0"/>
          </a:solidFill>
        </p:grpSpPr>
        <p:sp>
          <p:nvSpPr>
            <p:cNvPr id="17" name="Oval 13">
              <a:extLst>
                <a:ext uri="{FF2B5EF4-FFF2-40B4-BE49-F238E27FC236}">
                  <a16:creationId xmlns:a16="http://schemas.microsoft.com/office/drawing/2014/main" id="{202AD6E2-A120-EDDC-D164-63DEE9218FED}"/>
                </a:ext>
              </a:extLst>
            </p:cNvPr>
            <p:cNvSpPr/>
            <p:nvPr/>
          </p:nvSpPr>
          <p:spPr>
            <a:xfrm>
              <a:off x="8022459" y="2586445"/>
              <a:ext cx="1686975" cy="16869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/>
                <a:t>Backlog product</a:t>
              </a:r>
            </a:p>
          </p:txBody>
        </p:sp>
        <p:sp>
          <p:nvSpPr>
            <p:cNvPr id="18" name="Oval 14">
              <a:extLst>
                <a:ext uri="{FF2B5EF4-FFF2-40B4-BE49-F238E27FC236}">
                  <a16:creationId xmlns:a16="http://schemas.microsoft.com/office/drawing/2014/main" id="{DE382A76-94CE-7915-1B02-5D86284BA89D}"/>
                </a:ext>
              </a:extLst>
            </p:cNvPr>
            <p:cNvSpPr/>
            <p:nvPr/>
          </p:nvSpPr>
          <p:spPr>
            <a:xfrm>
              <a:off x="8712354" y="2398056"/>
              <a:ext cx="299900" cy="299900"/>
            </a:xfrm>
            <a:prstGeom prst="ellipse">
              <a:avLst/>
            </a:prstGeom>
            <a:grp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</p:grpSp>
      <p:grpSp>
        <p:nvGrpSpPr>
          <p:cNvPr id="19" name="Group 15">
            <a:extLst>
              <a:ext uri="{FF2B5EF4-FFF2-40B4-BE49-F238E27FC236}">
                <a16:creationId xmlns:a16="http://schemas.microsoft.com/office/drawing/2014/main" id="{6417C2AC-60FD-393C-12E7-5858A7CD8BAC}"/>
              </a:ext>
            </a:extLst>
          </p:cNvPr>
          <p:cNvGrpSpPr/>
          <p:nvPr/>
        </p:nvGrpSpPr>
        <p:grpSpPr>
          <a:xfrm>
            <a:off x="5131080" y="3077003"/>
            <a:ext cx="1686975" cy="1875364"/>
            <a:chOff x="8022459" y="2398056"/>
            <a:chExt cx="1686975" cy="1875364"/>
          </a:xfrm>
        </p:grpSpPr>
        <p:sp>
          <p:nvSpPr>
            <p:cNvPr id="20" name="Oval 16">
              <a:extLst>
                <a:ext uri="{FF2B5EF4-FFF2-40B4-BE49-F238E27FC236}">
                  <a16:creationId xmlns:a16="http://schemas.microsoft.com/office/drawing/2014/main" id="{111A3A45-7454-10F4-7A70-0CBD597CDC21}"/>
                </a:ext>
              </a:extLst>
            </p:cNvPr>
            <p:cNvSpPr/>
            <p:nvPr/>
          </p:nvSpPr>
          <p:spPr>
            <a:xfrm>
              <a:off x="8022459" y="2586445"/>
              <a:ext cx="1686975" cy="16869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/>
                <a:t>Implémentation</a:t>
              </a:r>
            </a:p>
          </p:txBody>
        </p:sp>
        <p:sp>
          <p:nvSpPr>
            <p:cNvPr id="21" name="Oval 17">
              <a:extLst>
                <a:ext uri="{FF2B5EF4-FFF2-40B4-BE49-F238E27FC236}">
                  <a16:creationId xmlns:a16="http://schemas.microsoft.com/office/drawing/2014/main" id="{727632F1-BD9C-B6B6-C224-437359F1B860}"/>
                </a:ext>
              </a:extLst>
            </p:cNvPr>
            <p:cNvSpPr/>
            <p:nvPr/>
          </p:nvSpPr>
          <p:spPr>
            <a:xfrm>
              <a:off x="8712354" y="2398056"/>
              <a:ext cx="299900" cy="299900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</p:grpSp>
      <p:grpSp>
        <p:nvGrpSpPr>
          <p:cNvPr id="22" name="Group 18">
            <a:extLst>
              <a:ext uri="{FF2B5EF4-FFF2-40B4-BE49-F238E27FC236}">
                <a16:creationId xmlns:a16="http://schemas.microsoft.com/office/drawing/2014/main" id="{65FFEF00-F780-C5ED-1BF2-3246B5C020F3}"/>
              </a:ext>
            </a:extLst>
          </p:cNvPr>
          <p:cNvGrpSpPr/>
          <p:nvPr/>
        </p:nvGrpSpPr>
        <p:grpSpPr>
          <a:xfrm>
            <a:off x="6578949" y="3077003"/>
            <a:ext cx="1686975" cy="1875364"/>
            <a:chOff x="8022459" y="2398056"/>
            <a:chExt cx="1686975" cy="1875364"/>
          </a:xfrm>
        </p:grpSpPr>
        <p:sp>
          <p:nvSpPr>
            <p:cNvPr id="23" name="Oval 19">
              <a:extLst>
                <a:ext uri="{FF2B5EF4-FFF2-40B4-BE49-F238E27FC236}">
                  <a16:creationId xmlns:a16="http://schemas.microsoft.com/office/drawing/2014/main" id="{98627AB7-7E36-7511-833B-18CEB9DC9690}"/>
                </a:ext>
              </a:extLst>
            </p:cNvPr>
            <p:cNvSpPr/>
            <p:nvPr/>
          </p:nvSpPr>
          <p:spPr>
            <a:xfrm>
              <a:off x="8022459" y="2586445"/>
              <a:ext cx="1686975" cy="16869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/>
                <a:t>Tests</a:t>
              </a:r>
            </a:p>
          </p:txBody>
        </p:sp>
        <p:sp>
          <p:nvSpPr>
            <p:cNvPr id="24" name="Oval 20">
              <a:extLst>
                <a:ext uri="{FF2B5EF4-FFF2-40B4-BE49-F238E27FC236}">
                  <a16:creationId xmlns:a16="http://schemas.microsoft.com/office/drawing/2014/main" id="{41183F74-E930-3526-F167-D04178DAFF1A}"/>
                </a:ext>
              </a:extLst>
            </p:cNvPr>
            <p:cNvSpPr/>
            <p:nvPr/>
          </p:nvSpPr>
          <p:spPr>
            <a:xfrm>
              <a:off x="8712354" y="2398056"/>
              <a:ext cx="299900" cy="299900"/>
            </a:xfrm>
            <a:prstGeom prst="ellipse">
              <a:avLst/>
            </a:prstGeom>
            <a:solidFill>
              <a:schemeClr val="accent4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DC82A7B9-5853-7268-E647-EE07327C0AAA}"/>
              </a:ext>
            </a:extLst>
          </p:cNvPr>
          <p:cNvGrpSpPr/>
          <p:nvPr/>
        </p:nvGrpSpPr>
        <p:grpSpPr>
          <a:xfrm>
            <a:off x="8026817" y="3077003"/>
            <a:ext cx="1686975" cy="1875364"/>
            <a:chOff x="8022459" y="2398056"/>
            <a:chExt cx="1686975" cy="1875364"/>
          </a:xfrm>
        </p:grpSpPr>
        <p:sp>
          <p:nvSpPr>
            <p:cNvPr id="26" name="Oval 5">
              <a:extLst>
                <a:ext uri="{FF2B5EF4-FFF2-40B4-BE49-F238E27FC236}">
                  <a16:creationId xmlns:a16="http://schemas.microsoft.com/office/drawing/2014/main" id="{2805EAF7-16EC-E62F-7777-9B97006D7B66}"/>
                </a:ext>
              </a:extLst>
            </p:cNvPr>
            <p:cNvSpPr/>
            <p:nvPr/>
          </p:nvSpPr>
          <p:spPr>
            <a:xfrm>
              <a:off x="8022459" y="2586445"/>
              <a:ext cx="1686975" cy="168697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/>
                <a:t>Git</a:t>
              </a: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59133409-7887-6920-7978-A397825A1778}"/>
                </a:ext>
              </a:extLst>
            </p:cNvPr>
            <p:cNvSpPr/>
            <p:nvPr/>
          </p:nvSpPr>
          <p:spPr>
            <a:xfrm>
              <a:off x="8712354" y="2398056"/>
              <a:ext cx="299900" cy="299900"/>
            </a:xfrm>
            <a:prstGeom prst="ellipse">
              <a:avLst/>
            </a:prstGeom>
            <a:solidFill>
              <a:schemeClr val="accent6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</p:grpSp>
      <p:sp>
        <p:nvSpPr>
          <p:cNvPr id="28" name="Arc 27">
            <a:extLst>
              <a:ext uri="{FF2B5EF4-FFF2-40B4-BE49-F238E27FC236}">
                <a16:creationId xmlns:a16="http://schemas.microsoft.com/office/drawing/2014/main" id="{DA2BB743-8CE1-BDFF-12C9-2601614A63D9}"/>
              </a:ext>
            </a:extLst>
          </p:cNvPr>
          <p:cNvSpPr/>
          <p:nvPr/>
        </p:nvSpPr>
        <p:spPr>
          <a:xfrm>
            <a:off x="3638600" y="3268658"/>
            <a:ext cx="1681823" cy="1681823"/>
          </a:xfrm>
          <a:prstGeom prst="arc">
            <a:avLst>
              <a:gd name="adj1" fmla="val 8748436"/>
              <a:gd name="adj2" fmla="val 12851194"/>
            </a:avLst>
          </a:prstGeom>
          <a:noFill/>
          <a:ln w="76200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2231200A-6E5B-7E22-343A-088C92B4CC07}"/>
              </a:ext>
            </a:extLst>
          </p:cNvPr>
          <p:cNvSpPr/>
          <p:nvPr/>
        </p:nvSpPr>
        <p:spPr>
          <a:xfrm>
            <a:off x="5086899" y="3267035"/>
            <a:ext cx="1681823" cy="1681823"/>
          </a:xfrm>
          <a:prstGeom prst="arc">
            <a:avLst>
              <a:gd name="adj1" fmla="val 8748436"/>
              <a:gd name="adj2" fmla="val 12851194"/>
            </a:avLst>
          </a:prstGeom>
          <a:noFill/>
          <a:ln w="76200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0CF6A386-3505-36D9-A048-77ED5A1134F4}"/>
              </a:ext>
            </a:extLst>
          </p:cNvPr>
          <p:cNvSpPr/>
          <p:nvPr/>
        </p:nvSpPr>
        <p:spPr>
          <a:xfrm>
            <a:off x="6535644" y="3270767"/>
            <a:ext cx="1681823" cy="1681823"/>
          </a:xfrm>
          <a:prstGeom prst="arc">
            <a:avLst>
              <a:gd name="adj1" fmla="val 8748436"/>
              <a:gd name="adj2" fmla="val 12851194"/>
            </a:avLst>
          </a:prstGeom>
          <a:noFill/>
          <a:ln w="76200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B5659A5E-3EAB-7162-5E3C-D47E947659C2}"/>
              </a:ext>
            </a:extLst>
          </p:cNvPr>
          <p:cNvSpPr/>
          <p:nvPr/>
        </p:nvSpPr>
        <p:spPr>
          <a:xfrm>
            <a:off x="7986197" y="3267744"/>
            <a:ext cx="1681823" cy="1681823"/>
          </a:xfrm>
          <a:prstGeom prst="arc">
            <a:avLst>
              <a:gd name="adj1" fmla="val 8748436"/>
              <a:gd name="adj2" fmla="val 12851194"/>
            </a:avLst>
          </a:prstGeom>
          <a:noFill/>
          <a:ln w="76200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72679F-B43A-5115-528F-362CEAD08DC5}"/>
              </a:ext>
            </a:extLst>
          </p:cNvPr>
          <p:cNvSpPr/>
          <p:nvPr/>
        </p:nvSpPr>
        <p:spPr>
          <a:xfrm>
            <a:off x="2343247" y="5195905"/>
            <a:ext cx="1004866" cy="318142"/>
          </a:xfrm>
          <a:prstGeom prst="rect">
            <a:avLst/>
          </a:prstGeom>
          <a:gradFill flip="none" rotWithShape="1">
            <a:gsLst>
              <a:gs pos="0">
                <a:srgbClr val="FD6668"/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Jour 1</a:t>
            </a:r>
          </a:p>
        </p:txBody>
      </p:sp>
      <p:sp>
        <p:nvSpPr>
          <p:cNvPr id="33" name="Rectangle: Rounded Corners 45">
            <a:extLst>
              <a:ext uri="{FF2B5EF4-FFF2-40B4-BE49-F238E27FC236}">
                <a16:creationId xmlns:a16="http://schemas.microsoft.com/office/drawing/2014/main" id="{585E170A-470E-711B-C44C-3E304B5CE6FA}"/>
              </a:ext>
            </a:extLst>
          </p:cNvPr>
          <p:cNvSpPr/>
          <p:nvPr/>
        </p:nvSpPr>
        <p:spPr>
          <a:xfrm>
            <a:off x="944047" y="3915256"/>
            <a:ext cx="947135" cy="385379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Sprint n-1</a:t>
            </a:r>
          </a:p>
        </p:txBody>
      </p:sp>
      <p:cxnSp>
        <p:nvCxnSpPr>
          <p:cNvPr id="34" name="Straight Connector 47">
            <a:extLst>
              <a:ext uri="{FF2B5EF4-FFF2-40B4-BE49-F238E27FC236}">
                <a16:creationId xmlns:a16="http://schemas.microsoft.com/office/drawing/2014/main" id="{5117E099-339E-8B17-B78A-4AADAD567462}"/>
              </a:ext>
            </a:extLst>
          </p:cNvPr>
          <p:cNvCxnSpPr>
            <a:cxnSpLocks/>
            <a:stCxn id="33" idx="3"/>
            <a:endCxn id="14" idx="2"/>
          </p:cNvCxnSpPr>
          <p:nvPr/>
        </p:nvCxnSpPr>
        <p:spPr>
          <a:xfrm>
            <a:off x="1891182" y="4107946"/>
            <a:ext cx="344160" cy="934"/>
          </a:xfrm>
          <a:prstGeom prst="line">
            <a:avLst/>
          </a:prstGeom>
          <a:ln w="22225">
            <a:solidFill>
              <a:schemeClr val="bg2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58">
            <a:extLst>
              <a:ext uri="{FF2B5EF4-FFF2-40B4-BE49-F238E27FC236}">
                <a16:creationId xmlns:a16="http://schemas.microsoft.com/office/drawing/2014/main" id="{2C762540-BFCE-8137-4E58-942953B1AA35}"/>
              </a:ext>
            </a:extLst>
          </p:cNvPr>
          <p:cNvSpPr/>
          <p:nvPr/>
        </p:nvSpPr>
        <p:spPr>
          <a:xfrm>
            <a:off x="10057951" y="3224908"/>
            <a:ext cx="1072547" cy="189690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</a:rPr>
              <a:t>Assistance IA</a:t>
            </a:r>
          </a:p>
        </p:txBody>
      </p:sp>
      <p:sp>
        <p:nvSpPr>
          <p:cNvPr id="36" name="Oval 61">
            <a:extLst>
              <a:ext uri="{FF2B5EF4-FFF2-40B4-BE49-F238E27FC236}">
                <a16:creationId xmlns:a16="http://schemas.microsoft.com/office/drawing/2014/main" id="{3D70CB47-ECBE-F8CA-194C-4D344D158B67}"/>
              </a:ext>
            </a:extLst>
          </p:cNvPr>
          <p:cNvSpPr/>
          <p:nvPr/>
        </p:nvSpPr>
        <p:spPr>
          <a:xfrm>
            <a:off x="10092308" y="2987082"/>
            <a:ext cx="144544" cy="14454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62">
            <a:extLst>
              <a:ext uri="{FF2B5EF4-FFF2-40B4-BE49-F238E27FC236}">
                <a16:creationId xmlns:a16="http://schemas.microsoft.com/office/drawing/2014/main" id="{57B3D425-40D0-DAF1-2F03-4431F5CFBAC6}"/>
              </a:ext>
            </a:extLst>
          </p:cNvPr>
          <p:cNvSpPr/>
          <p:nvPr/>
        </p:nvSpPr>
        <p:spPr>
          <a:xfrm>
            <a:off x="10521952" y="2987461"/>
            <a:ext cx="144544" cy="1445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63">
            <a:extLst>
              <a:ext uri="{FF2B5EF4-FFF2-40B4-BE49-F238E27FC236}">
                <a16:creationId xmlns:a16="http://schemas.microsoft.com/office/drawing/2014/main" id="{3492A453-D1E1-1595-EFF1-03A086644B4E}"/>
              </a:ext>
            </a:extLst>
          </p:cNvPr>
          <p:cNvSpPr/>
          <p:nvPr/>
        </p:nvSpPr>
        <p:spPr>
          <a:xfrm>
            <a:off x="10951596" y="2987082"/>
            <a:ext cx="144544" cy="1445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6404D0A-FD4A-566D-CDB5-68494B9D4200}"/>
              </a:ext>
            </a:extLst>
          </p:cNvPr>
          <p:cNvSpPr/>
          <p:nvPr/>
        </p:nvSpPr>
        <p:spPr>
          <a:xfrm>
            <a:off x="3406193" y="5194811"/>
            <a:ext cx="966913" cy="3181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Jour 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C7AA80C-C8F1-B0AC-D78F-EEB4FA6BBA52}"/>
              </a:ext>
            </a:extLst>
          </p:cNvPr>
          <p:cNvSpPr/>
          <p:nvPr/>
        </p:nvSpPr>
        <p:spPr>
          <a:xfrm>
            <a:off x="4448019" y="5194811"/>
            <a:ext cx="1004866" cy="3181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Jour 3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3455982-D149-D232-7875-1DA23D18AAA9}"/>
              </a:ext>
            </a:extLst>
          </p:cNvPr>
          <p:cNvSpPr/>
          <p:nvPr/>
        </p:nvSpPr>
        <p:spPr>
          <a:xfrm>
            <a:off x="5499644" y="5194811"/>
            <a:ext cx="1004866" cy="3181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Jour 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806E478-3F68-4E8D-3BE3-AB3EF0EA5A2C}"/>
              </a:ext>
            </a:extLst>
          </p:cNvPr>
          <p:cNvSpPr/>
          <p:nvPr/>
        </p:nvSpPr>
        <p:spPr>
          <a:xfrm>
            <a:off x="6553103" y="5182689"/>
            <a:ext cx="1004866" cy="3181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Jour 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71DB08-2A64-38E9-8E9C-A3966857654E}"/>
              </a:ext>
            </a:extLst>
          </p:cNvPr>
          <p:cNvSpPr/>
          <p:nvPr/>
        </p:nvSpPr>
        <p:spPr>
          <a:xfrm>
            <a:off x="7609564" y="5182689"/>
            <a:ext cx="1004866" cy="31814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Jour 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74D7B8-5DAA-D63B-40A7-1A52EEE9E1B6}"/>
              </a:ext>
            </a:extLst>
          </p:cNvPr>
          <p:cNvSpPr/>
          <p:nvPr/>
        </p:nvSpPr>
        <p:spPr>
          <a:xfrm>
            <a:off x="8666025" y="5182689"/>
            <a:ext cx="1004866" cy="318142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Jour 7</a:t>
            </a:r>
          </a:p>
        </p:txBody>
      </p:sp>
      <p:sp>
        <p:nvSpPr>
          <p:cNvPr id="53" name="TextBox 16">
            <a:extLst>
              <a:ext uri="{FF2B5EF4-FFF2-40B4-BE49-F238E27FC236}">
                <a16:creationId xmlns:a16="http://schemas.microsoft.com/office/drawing/2014/main" id="{C5BF17EF-D74C-5A87-7966-52F91658F200}"/>
              </a:ext>
            </a:extLst>
          </p:cNvPr>
          <p:cNvSpPr txBox="1"/>
          <p:nvPr/>
        </p:nvSpPr>
        <p:spPr>
          <a:xfrm>
            <a:off x="1098826" y="2148933"/>
            <a:ext cx="5703756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defPPr>
              <a:defRPr lang="ko-KR"/>
            </a:defPPr>
            <a:lvl1pPr>
              <a:defRPr sz="3200">
                <a:solidFill>
                  <a:srgbClr val="475DE6"/>
                </a:solidFill>
                <a:latin typeface="+mj-lt"/>
              </a:defRPr>
            </a:lvl1pPr>
          </a:lstStyle>
          <a:p>
            <a:r>
              <a:rPr lang="en-US" altLang="ko-KR" b="1" dirty="0">
                <a:solidFill>
                  <a:srgbClr val="040146"/>
                </a:solidFill>
                <a:latin typeface="+mn-lt"/>
              </a:rPr>
              <a:t>2. </a:t>
            </a:r>
            <a:r>
              <a:rPr lang="en-US" altLang="ko-KR" b="1" dirty="0">
                <a:solidFill>
                  <a:srgbClr val="040146"/>
                </a:solidFill>
              </a:rPr>
              <a:t>Développement</a:t>
            </a:r>
            <a:endParaRPr lang="ko-KR" altLang="en-US" b="1" dirty="0">
              <a:solidFill>
                <a:srgbClr val="040146"/>
              </a:solidFill>
            </a:endParaRPr>
          </a:p>
        </p:txBody>
      </p:sp>
      <p:sp>
        <p:nvSpPr>
          <p:cNvPr id="54" name="직사각형 18">
            <a:extLst>
              <a:ext uri="{FF2B5EF4-FFF2-40B4-BE49-F238E27FC236}">
                <a16:creationId xmlns:a16="http://schemas.microsoft.com/office/drawing/2014/main" id="{4BE57EEE-C51D-45ED-ACF5-AA263978E034}"/>
              </a:ext>
            </a:extLst>
          </p:cNvPr>
          <p:cNvSpPr/>
          <p:nvPr/>
        </p:nvSpPr>
        <p:spPr>
          <a:xfrm>
            <a:off x="6273248" y="828315"/>
            <a:ext cx="4777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1. Déroulement d’un Sprint</a:t>
            </a:r>
          </a:p>
        </p:txBody>
      </p:sp>
      <p:sp>
        <p:nvSpPr>
          <p:cNvPr id="59" name="타원 2">
            <a:extLst>
              <a:ext uri="{FF2B5EF4-FFF2-40B4-BE49-F238E27FC236}">
                <a16:creationId xmlns:a16="http://schemas.microsoft.com/office/drawing/2014/main" id="{D491632F-D0B4-1B8E-7A1A-8D579500C82C}"/>
              </a:ext>
            </a:extLst>
          </p:cNvPr>
          <p:cNvSpPr/>
          <p:nvPr/>
        </p:nvSpPr>
        <p:spPr>
          <a:xfrm>
            <a:off x="6332016" y="1156221"/>
            <a:ext cx="486039" cy="369332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+mj-lt"/>
              </a:rPr>
              <a:t>S2</a:t>
            </a:r>
            <a:endParaRPr lang="ko-KR" altLang="en-US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1" name="타원 2">
            <a:extLst>
              <a:ext uri="{FF2B5EF4-FFF2-40B4-BE49-F238E27FC236}">
                <a16:creationId xmlns:a16="http://schemas.microsoft.com/office/drawing/2014/main" id="{F0294985-3AF4-9E76-2075-F197989D0512}"/>
              </a:ext>
            </a:extLst>
          </p:cNvPr>
          <p:cNvSpPr/>
          <p:nvPr/>
        </p:nvSpPr>
        <p:spPr>
          <a:xfrm>
            <a:off x="6932755" y="1156221"/>
            <a:ext cx="486039" cy="369332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+mj-lt"/>
              </a:rPr>
              <a:t>S3</a:t>
            </a:r>
            <a:endParaRPr lang="ko-KR" altLang="en-US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2" name="타원 2">
            <a:extLst>
              <a:ext uri="{FF2B5EF4-FFF2-40B4-BE49-F238E27FC236}">
                <a16:creationId xmlns:a16="http://schemas.microsoft.com/office/drawing/2014/main" id="{414DD52E-DDB7-1625-0503-292305BC3FC5}"/>
              </a:ext>
            </a:extLst>
          </p:cNvPr>
          <p:cNvSpPr/>
          <p:nvPr/>
        </p:nvSpPr>
        <p:spPr>
          <a:xfrm>
            <a:off x="8128391" y="1152336"/>
            <a:ext cx="486039" cy="369332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+mj-lt"/>
              </a:rPr>
              <a:t>S5</a:t>
            </a:r>
            <a:endParaRPr lang="ko-KR" altLang="en-US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7" name="타원 2">
            <a:extLst>
              <a:ext uri="{FF2B5EF4-FFF2-40B4-BE49-F238E27FC236}">
                <a16:creationId xmlns:a16="http://schemas.microsoft.com/office/drawing/2014/main" id="{88A29226-E54E-ADDA-0F43-1A08CC6DEFCF}"/>
              </a:ext>
            </a:extLst>
          </p:cNvPr>
          <p:cNvSpPr/>
          <p:nvPr/>
        </p:nvSpPr>
        <p:spPr>
          <a:xfrm>
            <a:off x="7500158" y="1152336"/>
            <a:ext cx="526659" cy="369332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+mj-lt"/>
              </a:rPr>
              <a:t>S4</a:t>
            </a:r>
            <a:endParaRPr lang="ko-KR" altLang="en-US" sz="1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34654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8945E6B-7B36-463F-8578-D654777A0DB9}"/>
              </a:ext>
            </a:extLst>
          </p:cNvPr>
          <p:cNvSpPr/>
          <p:nvPr/>
        </p:nvSpPr>
        <p:spPr>
          <a:xfrm>
            <a:off x="669145" y="1660071"/>
            <a:ext cx="2569355" cy="4630057"/>
          </a:xfrm>
          <a:prstGeom prst="roundRect">
            <a:avLst>
              <a:gd name="adj" fmla="val 10205"/>
            </a:avLst>
          </a:prstGeom>
          <a:solidFill>
            <a:srgbClr val="81EEEB"/>
          </a:solidFill>
          <a:ln w="6350" cap="flat">
            <a:solidFill>
              <a:srgbClr val="FD6668"/>
            </a:solidFill>
            <a:prstDash val="solid"/>
            <a:miter/>
          </a:ln>
          <a:effectLst>
            <a:outerShdw blurRad="127000" sx="102000" sy="102000" algn="ctr" rotWithShape="0">
              <a:srgbClr val="FE6347">
                <a:alpha val="1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5E94A0-1732-4748-B8D8-9BA67120F0F1}"/>
              </a:ext>
            </a:extLst>
          </p:cNvPr>
          <p:cNvSpPr txBox="1"/>
          <p:nvPr/>
        </p:nvSpPr>
        <p:spPr>
          <a:xfrm>
            <a:off x="915467" y="4643446"/>
            <a:ext cx="2135864" cy="138499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Mis en place d’un système</a:t>
            </a:r>
            <a:r>
              <a:rPr lang="en-US" altLang="ko-KR" sz="1400" i="1" dirty="0">
                <a:solidFill>
                  <a:srgbClr val="040146"/>
                </a:solidFill>
              </a:rPr>
              <a:t> </a:t>
            </a:r>
            <a:r>
              <a:rPr lang="en-US" altLang="ko-KR" sz="1400" dirty="0">
                <a:solidFill>
                  <a:srgbClr val="040146"/>
                </a:solidFill>
              </a:rPr>
              <a:t>avec JWT.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Cryptage avec </a:t>
            </a:r>
            <a:r>
              <a:rPr lang="en-US" altLang="ko-KR" sz="1400" i="1" dirty="0">
                <a:solidFill>
                  <a:srgbClr val="040146"/>
                </a:solidFill>
              </a:rPr>
              <a:t>bcrypt.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LocalStorage côté client.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AFBADA3-F859-476D-B562-BA3DD8EB65BC}"/>
              </a:ext>
            </a:extLst>
          </p:cNvPr>
          <p:cNvSpPr/>
          <p:nvPr/>
        </p:nvSpPr>
        <p:spPr>
          <a:xfrm>
            <a:off x="915466" y="3995290"/>
            <a:ext cx="2135866" cy="369332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dirty="0">
                <a:solidFill>
                  <a:srgbClr val="040146"/>
                </a:solidFill>
                <a:latin typeface="+mj-lt"/>
              </a:rPr>
              <a:t>Authentification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4FDEAD5-8CBC-4FDE-BEAC-5589A9E8A06B}"/>
              </a:ext>
            </a:extLst>
          </p:cNvPr>
          <p:cNvSpPr/>
          <p:nvPr/>
        </p:nvSpPr>
        <p:spPr>
          <a:xfrm>
            <a:off x="3430597" y="1660071"/>
            <a:ext cx="2569355" cy="4630057"/>
          </a:xfrm>
          <a:prstGeom prst="roundRect">
            <a:avLst>
              <a:gd name="adj" fmla="val 10205"/>
            </a:avLst>
          </a:prstGeom>
          <a:solidFill>
            <a:schemeClr val="accent4">
              <a:lumMod val="60000"/>
              <a:lumOff val="40000"/>
            </a:schemeClr>
          </a:solidFill>
          <a:ln w="6350" cap="flat">
            <a:solidFill>
              <a:srgbClr val="FD6668"/>
            </a:solidFill>
            <a:prstDash val="solid"/>
            <a:miter/>
          </a:ln>
          <a:effectLst>
            <a:outerShdw blurRad="127000" sx="102000" sy="102000" algn="ctr" rotWithShape="0">
              <a:srgbClr val="FE6347">
                <a:alpha val="1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73CCC1-F77C-4B5A-889D-8E2FE517132A}"/>
              </a:ext>
            </a:extLst>
          </p:cNvPr>
          <p:cNvSpPr txBox="1"/>
          <p:nvPr/>
        </p:nvSpPr>
        <p:spPr>
          <a:xfrm>
            <a:off x="3676919" y="4643446"/>
            <a:ext cx="2135864" cy="95410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Module du permet à l’utilisateur de parcourir un catalogue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4B68707-65F4-4475-8D3F-07011F6DE18F}"/>
              </a:ext>
            </a:extLst>
          </p:cNvPr>
          <p:cNvSpPr/>
          <p:nvPr/>
        </p:nvSpPr>
        <p:spPr>
          <a:xfrm>
            <a:off x="3676918" y="3995290"/>
            <a:ext cx="2135866" cy="369332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dirty="0">
                <a:solidFill>
                  <a:srgbClr val="040146"/>
                </a:solidFill>
                <a:latin typeface="+mj-lt"/>
              </a:rPr>
              <a:t>Catalogue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A836724-1F7B-45D8-B614-40D70F3A2EFC}"/>
              </a:ext>
            </a:extLst>
          </p:cNvPr>
          <p:cNvSpPr/>
          <p:nvPr/>
        </p:nvSpPr>
        <p:spPr>
          <a:xfrm>
            <a:off x="6192049" y="1660071"/>
            <a:ext cx="2569355" cy="4630057"/>
          </a:xfrm>
          <a:prstGeom prst="roundRect">
            <a:avLst>
              <a:gd name="adj" fmla="val 10205"/>
            </a:avLst>
          </a:prstGeom>
          <a:solidFill>
            <a:schemeClr val="accent2">
              <a:lumMod val="60000"/>
              <a:lumOff val="40000"/>
            </a:schemeClr>
          </a:solidFill>
          <a:ln w="6350" cap="flat">
            <a:solidFill>
              <a:srgbClr val="FD6668"/>
            </a:solidFill>
            <a:prstDash val="solid"/>
            <a:miter/>
          </a:ln>
          <a:effectLst>
            <a:outerShdw blurRad="127000" sx="102000" sy="102000" algn="ctr" rotWithShape="0">
              <a:srgbClr val="FE6347">
                <a:alpha val="1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23B4C6-3415-4C1E-B3F3-4232D47E0F60}"/>
              </a:ext>
            </a:extLst>
          </p:cNvPr>
          <p:cNvSpPr txBox="1"/>
          <p:nvPr/>
        </p:nvSpPr>
        <p:spPr>
          <a:xfrm>
            <a:off x="6438371" y="4643446"/>
            <a:ext cx="2135864" cy="95410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Pour que l’utilisateur puisse faire afficher les details d’un livre. 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9062528-7E11-447C-8CDC-F0A27E1D73E2}"/>
              </a:ext>
            </a:extLst>
          </p:cNvPr>
          <p:cNvSpPr/>
          <p:nvPr/>
        </p:nvSpPr>
        <p:spPr>
          <a:xfrm>
            <a:off x="6438371" y="4011588"/>
            <a:ext cx="2135866" cy="646331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dirty="0">
                <a:solidFill>
                  <a:srgbClr val="040146"/>
                </a:solidFill>
                <a:latin typeface="+mj-lt"/>
              </a:rPr>
              <a:t>Consulter un livre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88E7AAF-9931-433B-A5FF-E8C611368E51}"/>
              </a:ext>
            </a:extLst>
          </p:cNvPr>
          <p:cNvSpPr/>
          <p:nvPr/>
        </p:nvSpPr>
        <p:spPr>
          <a:xfrm>
            <a:off x="8953500" y="1660071"/>
            <a:ext cx="2569355" cy="4630057"/>
          </a:xfrm>
          <a:prstGeom prst="roundRect">
            <a:avLst>
              <a:gd name="adj" fmla="val 10205"/>
            </a:avLst>
          </a:prstGeom>
          <a:solidFill>
            <a:srgbClr val="6DF2A5"/>
          </a:solidFill>
          <a:ln w="6350" cap="flat">
            <a:solidFill>
              <a:srgbClr val="FD6668"/>
            </a:solidFill>
            <a:prstDash val="solid"/>
            <a:miter/>
          </a:ln>
          <a:effectLst>
            <a:outerShdw blurRad="127000" sx="102000" sy="102000" algn="ctr" rotWithShape="0">
              <a:srgbClr val="FE6347">
                <a:alpha val="1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F9CEC4F-9B2F-45FE-A5B6-B0F3EC2AEA3C}"/>
              </a:ext>
            </a:extLst>
          </p:cNvPr>
          <p:cNvSpPr/>
          <p:nvPr/>
        </p:nvSpPr>
        <p:spPr>
          <a:xfrm>
            <a:off x="9199821" y="3995291"/>
            <a:ext cx="2135866" cy="369332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dirty="0">
                <a:solidFill>
                  <a:srgbClr val="040146"/>
                </a:solidFill>
                <a:latin typeface="+mj-lt"/>
              </a:rPr>
              <a:t>CRUD livres</a:t>
            </a:r>
          </a:p>
        </p:txBody>
      </p:sp>
      <p:sp>
        <p:nvSpPr>
          <p:cNvPr id="2" name="그림 개체 틀 1">
            <a:extLst>
              <a:ext uri="{FF2B5EF4-FFF2-40B4-BE49-F238E27FC236}">
                <a16:creationId xmlns:a16="http://schemas.microsoft.com/office/drawing/2014/main" id="{1E896DE9-4646-4F4A-ADBC-1A9654D963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7" name="Espace réservé pour une image  16">
            <a:extLst>
              <a:ext uri="{FF2B5EF4-FFF2-40B4-BE49-F238E27FC236}">
                <a16:creationId xmlns:a16="http://schemas.microsoft.com/office/drawing/2014/main" id="{28E58EA0-C16F-1374-DB46-2C518711E58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" r="2660"/>
          <a:stretch>
            <a:fillRect/>
          </a:stretch>
        </p:blipFill>
        <p:spPr/>
      </p:pic>
      <p:pic>
        <p:nvPicPr>
          <p:cNvPr id="12" name="Espace réservé pour une image  11">
            <a:extLst>
              <a:ext uri="{FF2B5EF4-FFF2-40B4-BE49-F238E27FC236}">
                <a16:creationId xmlns:a16="http://schemas.microsoft.com/office/drawing/2014/main" id="{F6F1A575-F7FD-5FCE-B52C-35885563660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1" r="16301"/>
          <a:stretch>
            <a:fillRect/>
          </a:stretch>
        </p:blipFill>
        <p:spPr/>
      </p:pic>
      <p:sp>
        <p:nvSpPr>
          <p:cNvPr id="6" name="직사각형 18">
            <a:extLst>
              <a:ext uri="{FF2B5EF4-FFF2-40B4-BE49-F238E27FC236}">
                <a16:creationId xmlns:a16="http://schemas.microsoft.com/office/drawing/2014/main" id="{4C52BA30-3477-FFF4-197A-FAAFE5F9A45D}"/>
              </a:ext>
            </a:extLst>
          </p:cNvPr>
          <p:cNvSpPr/>
          <p:nvPr/>
        </p:nvSpPr>
        <p:spPr>
          <a:xfrm>
            <a:off x="6273248" y="828315"/>
            <a:ext cx="4777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2. Développement-</a:t>
            </a:r>
            <a:r>
              <a:rPr lang="en-US" altLang="ko-KR" dirty="0" err="1">
                <a:solidFill>
                  <a:srgbClr val="040146"/>
                </a:solidFill>
                <a:latin typeface="+mj-lt"/>
              </a:rPr>
              <a:t>résultats</a:t>
            </a:r>
            <a:endParaRPr lang="en-US" altLang="ko-KR" dirty="0">
              <a:solidFill>
                <a:srgbClr val="040146"/>
              </a:solidFill>
              <a:latin typeface="+mj-lt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E6A787A-EF38-9F43-A457-6F6BC143B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Mise en place d’un système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stateless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avec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sécuriser les accès.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타원 2">
            <a:extLst>
              <a:ext uri="{FF2B5EF4-FFF2-40B4-BE49-F238E27FC236}">
                <a16:creationId xmlns:a16="http://schemas.microsoft.com/office/drawing/2014/main" id="{7B91C833-A331-6595-2632-F4315FA008A8}"/>
              </a:ext>
            </a:extLst>
          </p:cNvPr>
          <p:cNvSpPr/>
          <p:nvPr/>
        </p:nvSpPr>
        <p:spPr>
          <a:xfrm>
            <a:off x="402611" y="1276926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S2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타원 2">
            <a:extLst>
              <a:ext uri="{FF2B5EF4-FFF2-40B4-BE49-F238E27FC236}">
                <a16:creationId xmlns:a16="http://schemas.microsoft.com/office/drawing/2014/main" id="{99FC9482-27A1-B1E5-C498-AFEE684FBD7D}"/>
              </a:ext>
            </a:extLst>
          </p:cNvPr>
          <p:cNvSpPr/>
          <p:nvPr/>
        </p:nvSpPr>
        <p:spPr>
          <a:xfrm>
            <a:off x="3297330" y="1285682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S2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타원 2">
            <a:extLst>
              <a:ext uri="{FF2B5EF4-FFF2-40B4-BE49-F238E27FC236}">
                <a16:creationId xmlns:a16="http://schemas.microsoft.com/office/drawing/2014/main" id="{0D452E8F-7516-1D3B-8114-50E1DEDAB979}"/>
              </a:ext>
            </a:extLst>
          </p:cNvPr>
          <p:cNvSpPr/>
          <p:nvPr/>
        </p:nvSpPr>
        <p:spPr>
          <a:xfrm>
            <a:off x="6096000" y="1285682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S3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" name="타원 2">
            <a:extLst>
              <a:ext uri="{FF2B5EF4-FFF2-40B4-BE49-F238E27FC236}">
                <a16:creationId xmlns:a16="http://schemas.microsoft.com/office/drawing/2014/main" id="{85B36DA8-0AD0-5226-797B-41820F7A4430}"/>
              </a:ext>
            </a:extLst>
          </p:cNvPr>
          <p:cNvSpPr/>
          <p:nvPr/>
        </p:nvSpPr>
        <p:spPr>
          <a:xfrm>
            <a:off x="8879063" y="1366758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S3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0" name="Espace réservé pour une image  39">
            <a:extLst>
              <a:ext uri="{FF2B5EF4-FFF2-40B4-BE49-F238E27FC236}">
                <a16:creationId xmlns:a16="http://schemas.microsoft.com/office/drawing/2014/main" id="{3CE08393-6539-20C9-D672-590F45D4CD2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1" r="15611"/>
          <a:stretch>
            <a:fillRect/>
          </a:stretch>
        </p:blipFill>
        <p:spPr/>
      </p:pic>
      <p:sp>
        <p:nvSpPr>
          <p:cNvPr id="41" name="TextBox 24">
            <a:extLst>
              <a:ext uri="{FF2B5EF4-FFF2-40B4-BE49-F238E27FC236}">
                <a16:creationId xmlns:a16="http://schemas.microsoft.com/office/drawing/2014/main" id="{E5A1E1B0-0891-1177-7ED9-50A650B02544}"/>
              </a:ext>
            </a:extLst>
          </p:cNvPr>
          <p:cNvSpPr txBox="1"/>
          <p:nvPr/>
        </p:nvSpPr>
        <p:spPr>
          <a:xfrm>
            <a:off x="9135885" y="4537135"/>
            <a:ext cx="2135864" cy="95410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Create,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Read,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Update,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Delete.</a:t>
            </a:r>
          </a:p>
        </p:txBody>
      </p:sp>
    </p:spTree>
    <p:extLst>
      <p:ext uri="{BB962C8B-B14F-4D97-AF65-F5344CB8AC3E}">
        <p14:creationId xmlns:p14="http://schemas.microsoft.com/office/powerpoint/2010/main" val="2774569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5AC29-2C76-F64C-3B17-930829645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8FDEB67-D6AF-E506-B812-F8DEAEDDD1E1}"/>
              </a:ext>
            </a:extLst>
          </p:cNvPr>
          <p:cNvSpPr/>
          <p:nvPr/>
        </p:nvSpPr>
        <p:spPr>
          <a:xfrm>
            <a:off x="669145" y="1660071"/>
            <a:ext cx="2569355" cy="4630057"/>
          </a:xfrm>
          <a:prstGeom prst="roundRect">
            <a:avLst>
              <a:gd name="adj" fmla="val 10205"/>
            </a:avLst>
          </a:prstGeom>
          <a:solidFill>
            <a:schemeClr val="accent4"/>
          </a:solidFill>
          <a:ln w="6350" cap="flat">
            <a:solidFill>
              <a:srgbClr val="FD6668"/>
            </a:solidFill>
            <a:prstDash val="solid"/>
            <a:miter/>
          </a:ln>
          <a:effectLst>
            <a:outerShdw blurRad="127000" sx="102000" sy="102000" algn="ctr" rotWithShape="0">
              <a:srgbClr val="FE6347">
                <a:alpha val="1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9D2EE5-F3C9-C7BC-15C0-A7C37AAFEF73}"/>
              </a:ext>
            </a:extLst>
          </p:cNvPr>
          <p:cNvSpPr txBox="1"/>
          <p:nvPr/>
        </p:nvSpPr>
        <p:spPr>
          <a:xfrm>
            <a:off x="915467" y="4643446"/>
            <a:ext cx="2135864" cy="160043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Un utilisateur peut Réserver un livre.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Un personnel peut gérer les R &amp; 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Afficher les emprunts en </a:t>
            </a:r>
            <a:r>
              <a:rPr lang="en-US" altLang="ko-KR" sz="1400" dirty="0" err="1">
                <a:solidFill>
                  <a:srgbClr val="040146"/>
                </a:solidFill>
              </a:rPr>
              <a:t>cours</a:t>
            </a:r>
            <a:endParaRPr lang="en-US" altLang="ko-KR" sz="1400" dirty="0">
              <a:solidFill>
                <a:srgbClr val="040146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F692CB9-D664-1E8A-C31B-9285FDE965A0}"/>
              </a:ext>
            </a:extLst>
          </p:cNvPr>
          <p:cNvSpPr/>
          <p:nvPr/>
        </p:nvSpPr>
        <p:spPr>
          <a:xfrm>
            <a:off x="915466" y="3971907"/>
            <a:ext cx="2135866" cy="646331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dirty="0">
                <a:solidFill>
                  <a:srgbClr val="040146"/>
                </a:solidFill>
                <a:latin typeface="+mj-lt"/>
              </a:rPr>
              <a:t>Réservation d’un livre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9D4124A-406C-DD80-52AA-11C730050756}"/>
              </a:ext>
            </a:extLst>
          </p:cNvPr>
          <p:cNvSpPr/>
          <p:nvPr/>
        </p:nvSpPr>
        <p:spPr>
          <a:xfrm>
            <a:off x="3430597" y="1660071"/>
            <a:ext cx="2569355" cy="4630057"/>
          </a:xfrm>
          <a:prstGeom prst="roundRect">
            <a:avLst>
              <a:gd name="adj" fmla="val 10205"/>
            </a:avLst>
          </a:prstGeom>
          <a:solidFill>
            <a:srgbClr val="D291F3"/>
          </a:solidFill>
          <a:ln w="6350" cap="flat">
            <a:solidFill>
              <a:srgbClr val="FD6668"/>
            </a:solidFill>
            <a:prstDash val="solid"/>
            <a:miter/>
          </a:ln>
          <a:effectLst>
            <a:outerShdw blurRad="127000" sx="102000" sy="102000" algn="ctr" rotWithShape="0">
              <a:srgbClr val="FE6347">
                <a:alpha val="1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E0845F-EE09-02D5-2E05-23CBE0850B5C}"/>
              </a:ext>
            </a:extLst>
          </p:cNvPr>
          <p:cNvSpPr txBox="1"/>
          <p:nvPr/>
        </p:nvSpPr>
        <p:spPr>
          <a:xfrm>
            <a:off x="3676919" y="4643446"/>
            <a:ext cx="2135864" cy="95410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Create,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Read,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Update,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Delete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3BFE1BE-E304-DEC4-05FC-C912AC1E5061}"/>
              </a:ext>
            </a:extLst>
          </p:cNvPr>
          <p:cNvSpPr/>
          <p:nvPr/>
        </p:nvSpPr>
        <p:spPr>
          <a:xfrm>
            <a:off x="3546115" y="3995290"/>
            <a:ext cx="2397471" cy="369332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dirty="0">
                <a:solidFill>
                  <a:srgbClr val="040146"/>
                </a:solidFill>
                <a:latin typeface="+mj-lt"/>
              </a:rPr>
              <a:t>CRUD Utilisateurs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6C6F9A3-B077-6CC8-BC6A-B0B6B810969B}"/>
              </a:ext>
            </a:extLst>
          </p:cNvPr>
          <p:cNvSpPr/>
          <p:nvPr/>
        </p:nvSpPr>
        <p:spPr>
          <a:xfrm>
            <a:off x="6192049" y="1660071"/>
            <a:ext cx="2569355" cy="4630057"/>
          </a:xfrm>
          <a:prstGeom prst="roundRect">
            <a:avLst>
              <a:gd name="adj" fmla="val 10205"/>
            </a:avLst>
          </a:prstGeom>
          <a:solidFill>
            <a:srgbClr val="FD6668"/>
          </a:solidFill>
          <a:ln w="6350" cap="flat">
            <a:solidFill>
              <a:srgbClr val="FD6668"/>
            </a:solidFill>
            <a:prstDash val="solid"/>
            <a:miter/>
          </a:ln>
          <a:effectLst>
            <a:outerShdw blurRad="127000" sx="102000" sy="102000" algn="ctr" rotWithShape="0">
              <a:srgbClr val="FE6347">
                <a:alpha val="1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D04695-FD78-4B55-7F6C-BAA65995E826}"/>
              </a:ext>
            </a:extLst>
          </p:cNvPr>
          <p:cNvSpPr txBox="1"/>
          <p:nvPr/>
        </p:nvSpPr>
        <p:spPr>
          <a:xfrm>
            <a:off x="6438373" y="4613201"/>
            <a:ext cx="2135864" cy="138499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Restreindre l’accès au front et au back, en function du role. </a:t>
            </a:r>
            <a:br>
              <a:rPr lang="en-US" altLang="ko-KR" sz="1400" dirty="0">
                <a:solidFill>
                  <a:srgbClr val="040146"/>
                </a:solidFill>
              </a:rPr>
            </a:br>
            <a:r>
              <a:rPr lang="en-US" altLang="ko-KR" sz="1400" dirty="0">
                <a:solidFill>
                  <a:srgbClr val="040146"/>
                </a:solidFill>
              </a:rPr>
              <a:t>Avec </a:t>
            </a:r>
            <a:r>
              <a:rPr lang="en-US" altLang="ko-KR" sz="1400" i="1" dirty="0">
                <a:solidFill>
                  <a:srgbClr val="040146"/>
                </a:solidFill>
              </a:rPr>
              <a:t>@UseGuards (RolesGuards)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562D2DC-3E6F-B591-C360-0998D49513FB}"/>
              </a:ext>
            </a:extLst>
          </p:cNvPr>
          <p:cNvSpPr/>
          <p:nvPr/>
        </p:nvSpPr>
        <p:spPr>
          <a:xfrm>
            <a:off x="6438371" y="3990061"/>
            <a:ext cx="2135866" cy="369332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dirty="0">
                <a:solidFill>
                  <a:srgbClr val="040146"/>
                </a:solidFill>
                <a:latin typeface="+mj-lt"/>
              </a:rPr>
              <a:t>Guards et rôles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8611B23-AE3F-C500-7EF4-A09CE1F7E261}"/>
              </a:ext>
            </a:extLst>
          </p:cNvPr>
          <p:cNvSpPr/>
          <p:nvPr/>
        </p:nvSpPr>
        <p:spPr>
          <a:xfrm>
            <a:off x="8953500" y="1660071"/>
            <a:ext cx="2569355" cy="4630057"/>
          </a:xfrm>
          <a:prstGeom prst="roundRect">
            <a:avLst>
              <a:gd name="adj" fmla="val 10205"/>
            </a:avLst>
          </a:prstGeom>
          <a:solidFill>
            <a:srgbClr val="6DF2A5"/>
          </a:solidFill>
          <a:ln w="6350" cap="flat">
            <a:solidFill>
              <a:srgbClr val="FD6668"/>
            </a:solidFill>
            <a:prstDash val="solid"/>
            <a:miter/>
          </a:ln>
          <a:effectLst>
            <a:outerShdw blurRad="127000" sx="102000" sy="102000" algn="ctr" rotWithShape="0">
              <a:srgbClr val="FE6347">
                <a:alpha val="1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18788CD-880C-BB65-CDFD-AA9ACDF849C5}"/>
              </a:ext>
            </a:extLst>
          </p:cNvPr>
          <p:cNvSpPr/>
          <p:nvPr/>
        </p:nvSpPr>
        <p:spPr>
          <a:xfrm>
            <a:off x="9199821" y="3995291"/>
            <a:ext cx="2135866" cy="369332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dirty="0">
                <a:solidFill>
                  <a:srgbClr val="040146"/>
                </a:solidFill>
                <a:latin typeface="+mj-lt"/>
              </a:rPr>
              <a:t>Supabase</a:t>
            </a:r>
          </a:p>
        </p:txBody>
      </p:sp>
      <p:pic>
        <p:nvPicPr>
          <p:cNvPr id="5" name="Espace réservé pour une image  4">
            <a:extLst>
              <a:ext uri="{FF2B5EF4-FFF2-40B4-BE49-F238E27FC236}">
                <a16:creationId xmlns:a16="http://schemas.microsoft.com/office/drawing/2014/main" id="{10A799C0-1D38-7769-0862-78494930107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>
            <a:fillRect/>
          </a:stretch>
        </p:blipFill>
        <p:spPr/>
      </p:pic>
      <p:pic>
        <p:nvPicPr>
          <p:cNvPr id="17" name="Espace réservé pour une image  16">
            <a:extLst>
              <a:ext uri="{FF2B5EF4-FFF2-40B4-BE49-F238E27FC236}">
                <a16:creationId xmlns:a16="http://schemas.microsoft.com/office/drawing/2014/main" id="{2AE9DFED-AA81-3DF1-ED1A-3E5BCF5800C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0" r="7740"/>
          <a:stretch/>
        </p:blipFill>
        <p:spPr/>
      </p:pic>
      <p:pic>
        <p:nvPicPr>
          <p:cNvPr id="12" name="Espace réservé pour une image  11">
            <a:extLst>
              <a:ext uri="{FF2B5EF4-FFF2-40B4-BE49-F238E27FC236}">
                <a16:creationId xmlns:a16="http://schemas.microsoft.com/office/drawing/2014/main" id="{3058C5B5-B05E-E401-7182-BD18CD82BA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24" r="31924"/>
          <a:stretch/>
        </p:blipFill>
        <p:spPr/>
      </p:pic>
      <p:sp>
        <p:nvSpPr>
          <p:cNvPr id="6" name="직사각형 18">
            <a:extLst>
              <a:ext uri="{FF2B5EF4-FFF2-40B4-BE49-F238E27FC236}">
                <a16:creationId xmlns:a16="http://schemas.microsoft.com/office/drawing/2014/main" id="{88EBA248-0F97-8722-25B2-B69E5BBDCDB3}"/>
              </a:ext>
            </a:extLst>
          </p:cNvPr>
          <p:cNvSpPr/>
          <p:nvPr/>
        </p:nvSpPr>
        <p:spPr>
          <a:xfrm>
            <a:off x="6273248" y="828315"/>
            <a:ext cx="4777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2. Développement-</a:t>
            </a:r>
            <a:r>
              <a:rPr lang="en-US" altLang="ko-KR" dirty="0" err="1">
                <a:solidFill>
                  <a:srgbClr val="040146"/>
                </a:solidFill>
                <a:latin typeface="+mj-lt"/>
              </a:rPr>
              <a:t>résultats</a:t>
            </a:r>
            <a:endParaRPr lang="en-US" altLang="ko-KR" dirty="0">
              <a:solidFill>
                <a:srgbClr val="040146"/>
              </a:solidFill>
              <a:latin typeface="+mj-lt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7CD55D4-7EEA-D29C-92E3-3BED4BE54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Mise en place d’un système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stateless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avec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sécuriser les accès.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타원 2">
            <a:extLst>
              <a:ext uri="{FF2B5EF4-FFF2-40B4-BE49-F238E27FC236}">
                <a16:creationId xmlns:a16="http://schemas.microsoft.com/office/drawing/2014/main" id="{22C63EC1-C0DB-3780-9968-998AB3894D87}"/>
              </a:ext>
            </a:extLst>
          </p:cNvPr>
          <p:cNvSpPr/>
          <p:nvPr/>
        </p:nvSpPr>
        <p:spPr>
          <a:xfrm>
            <a:off x="402611" y="1276926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S4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타원 2">
            <a:extLst>
              <a:ext uri="{FF2B5EF4-FFF2-40B4-BE49-F238E27FC236}">
                <a16:creationId xmlns:a16="http://schemas.microsoft.com/office/drawing/2014/main" id="{3B09824C-0AA7-BE55-9773-AA4BEC83BF74}"/>
              </a:ext>
            </a:extLst>
          </p:cNvPr>
          <p:cNvSpPr/>
          <p:nvPr/>
        </p:nvSpPr>
        <p:spPr>
          <a:xfrm>
            <a:off x="3297330" y="1285682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S2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타원 2">
            <a:extLst>
              <a:ext uri="{FF2B5EF4-FFF2-40B4-BE49-F238E27FC236}">
                <a16:creationId xmlns:a16="http://schemas.microsoft.com/office/drawing/2014/main" id="{F54AF555-D739-F8FE-DF87-E8A975836A09}"/>
              </a:ext>
            </a:extLst>
          </p:cNvPr>
          <p:cNvSpPr/>
          <p:nvPr/>
        </p:nvSpPr>
        <p:spPr>
          <a:xfrm>
            <a:off x="6096000" y="1285682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S3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" name="타원 2">
            <a:extLst>
              <a:ext uri="{FF2B5EF4-FFF2-40B4-BE49-F238E27FC236}">
                <a16:creationId xmlns:a16="http://schemas.microsoft.com/office/drawing/2014/main" id="{E653BD3E-4873-DA2F-B1A5-C210E64122EC}"/>
              </a:ext>
            </a:extLst>
          </p:cNvPr>
          <p:cNvSpPr/>
          <p:nvPr/>
        </p:nvSpPr>
        <p:spPr>
          <a:xfrm>
            <a:off x="8879063" y="1366758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S3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0" name="Espace réservé pour une image  39">
            <a:extLst>
              <a:ext uri="{FF2B5EF4-FFF2-40B4-BE49-F238E27FC236}">
                <a16:creationId xmlns:a16="http://schemas.microsoft.com/office/drawing/2014/main" id="{8850094E-773A-4111-4513-9E95AD9D284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97" b="10597"/>
          <a:stretch/>
        </p:blipFill>
        <p:spPr/>
      </p:pic>
      <p:sp>
        <p:nvSpPr>
          <p:cNvPr id="3" name="TextBox 24">
            <a:extLst>
              <a:ext uri="{FF2B5EF4-FFF2-40B4-BE49-F238E27FC236}">
                <a16:creationId xmlns:a16="http://schemas.microsoft.com/office/drawing/2014/main" id="{9F88B07E-AB89-2AD7-9620-2C88DD0596AB}"/>
              </a:ext>
            </a:extLst>
          </p:cNvPr>
          <p:cNvSpPr txBox="1"/>
          <p:nvPr/>
        </p:nvSpPr>
        <p:spPr>
          <a:xfrm>
            <a:off x="9140669" y="4543136"/>
            <a:ext cx="2135864" cy="116955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Création d’un S3 pour stocker et récupérer la couverture  des livres.</a:t>
            </a:r>
            <a:endParaRPr lang="en-US" altLang="ko-KR" sz="1400" i="1" dirty="0">
              <a:solidFill>
                <a:srgbClr val="0401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450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4896C-43B4-DD77-D0F6-A834316CC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5B28196-D9C5-C0F0-BE0A-41F31080BCDE}"/>
              </a:ext>
            </a:extLst>
          </p:cNvPr>
          <p:cNvSpPr/>
          <p:nvPr/>
        </p:nvSpPr>
        <p:spPr>
          <a:xfrm>
            <a:off x="669145" y="1660071"/>
            <a:ext cx="2569355" cy="4630057"/>
          </a:xfrm>
          <a:prstGeom prst="roundRect">
            <a:avLst>
              <a:gd name="adj" fmla="val 10205"/>
            </a:avLst>
          </a:prstGeom>
          <a:solidFill>
            <a:srgbClr val="FFFF00"/>
          </a:solidFill>
          <a:ln w="6350" cap="flat">
            <a:solidFill>
              <a:srgbClr val="FD6668"/>
            </a:solidFill>
            <a:prstDash val="solid"/>
            <a:miter/>
          </a:ln>
          <a:effectLst>
            <a:outerShdw blurRad="127000" sx="102000" sy="102000" algn="ctr" rotWithShape="0">
              <a:srgbClr val="FE6347">
                <a:alpha val="1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74090F-CA97-D4F5-96EF-3085AC5D2618}"/>
              </a:ext>
            </a:extLst>
          </p:cNvPr>
          <p:cNvSpPr txBox="1"/>
          <p:nvPr/>
        </p:nvSpPr>
        <p:spPr>
          <a:xfrm>
            <a:off x="915467" y="4643446"/>
            <a:ext cx="2135864" cy="116955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Ajout d’une API de prediction des top livres avec FastAPI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Tests avec swagger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D3695B-D6CC-BD63-C9F5-F1E4250319EF}"/>
              </a:ext>
            </a:extLst>
          </p:cNvPr>
          <p:cNvSpPr/>
          <p:nvPr/>
        </p:nvSpPr>
        <p:spPr>
          <a:xfrm>
            <a:off x="915466" y="3856791"/>
            <a:ext cx="2135866" cy="646331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dirty="0">
                <a:solidFill>
                  <a:srgbClr val="040146"/>
                </a:solidFill>
                <a:latin typeface="+mj-lt"/>
              </a:rPr>
              <a:t>Machine Learning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8EA35D1-6CF0-CC44-5095-BF3CC19BC6EE}"/>
              </a:ext>
            </a:extLst>
          </p:cNvPr>
          <p:cNvSpPr/>
          <p:nvPr/>
        </p:nvSpPr>
        <p:spPr>
          <a:xfrm>
            <a:off x="3430597" y="1660071"/>
            <a:ext cx="2569355" cy="4630057"/>
          </a:xfrm>
          <a:prstGeom prst="roundRect">
            <a:avLst>
              <a:gd name="adj" fmla="val 10205"/>
            </a:avLst>
          </a:prstGeom>
          <a:solidFill>
            <a:srgbClr val="00B0F0"/>
          </a:solidFill>
          <a:ln w="6350" cap="flat">
            <a:solidFill>
              <a:srgbClr val="FD6668"/>
            </a:solidFill>
            <a:prstDash val="solid"/>
            <a:miter/>
          </a:ln>
          <a:effectLst>
            <a:outerShdw blurRad="127000" sx="102000" sy="102000" algn="ctr" rotWithShape="0">
              <a:srgbClr val="FE6347">
                <a:alpha val="1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D9E2E3-80D0-6329-8BAA-1D9C1DAC0B09}"/>
              </a:ext>
            </a:extLst>
          </p:cNvPr>
          <p:cNvSpPr txBox="1"/>
          <p:nvPr/>
        </p:nvSpPr>
        <p:spPr>
          <a:xfrm>
            <a:off x="3676919" y="4643446"/>
            <a:ext cx="2135864" cy="73866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40146"/>
                </a:solidFill>
              </a:rPr>
              <a:t>Conteneurisation de l’application Web.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DDC80D0-406B-BC38-9F02-E4E80B6D9726}"/>
              </a:ext>
            </a:extLst>
          </p:cNvPr>
          <p:cNvSpPr/>
          <p:nvPr/>
        </p:nvSpPr>
        <p:spPr>
          <a:xfrm>
            <a:off x="3676918" y="3995290"/>
            <a:ext cx="2135866" cy="369332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dirty="0">
                <a:solidFill>
                  <a:srgbClr val="040146"/>
                </a:solidFill>
                <a:latin typeface="+mj-lt"/>
              </a:rPr>
              <a:t>Docker</a:t>
            </a:r>
          </a:p>
        </p:txBody>
      </p:sp>
      <p:pic>
        <p:nvPicPr>
          <p:cNvPr id="12" name="Espace réservé pour une image  11">
            <a:extLst>
              <a:ext uri="{FF2B5EF4-FFF2-40B4-BE49-F238E27FC236}">
                <a16:creationId xmlns:a16="http://schemas.microsoft.com/office/drawing/2014/main" id="{FFD37735-8858-8E5D-9187-E2E5A97E10C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1" r="16301"/>
          <a:stretch>
            <a:fillRect/>
          </a:stretch>
        </p:blipFill>
        <p:spPr/>
      </p:pic>
      <p:sp>
        <p:nvSpPr>
          <p:cNvPr id="6" name="직사각형 18">
            <a:extLst>
              <a:ext uri="{FF2B5EF4-FFF2-40B4-BE49-F238E27FC236}">
                <a16:creationId xmlns:a16="http://schemas.microsoft.com/office/drawing/2014/main" id="{E9226F6A-5387-89CB-5DDA-9A01BB2ABCE6}"/>
              </a:ext>
            </a:extLst>
          </p:cNvPr>
          <p:cNvSpPr/>
          <p:nvPr/>
        </p:nvSpPr>
        <p:spPr>
          <a:xfrm>
            <a:off x="6273248" y="828315"/>
            <a:ext cx="4777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2. Développement-</a:t>
            </a:r>
            <a:r>
              <a:rPr lang="en-US" altLang="ko-KR" dirty="0" err="1">
                <a:solidFill>
                  <a:srgbClr val="040146"/>
                </a:solidFill>
                <a:latin typeface="+mj-lt"/>
              </a:rPr>
              <a:t>résultats</a:t>
            </a:r>
            <a:endParaRPr lang="en-US" altLang="ko-KR" dirty="0">
              <a:solidFill>
                <a:srgbClr val="040146"/>
              </a:solidFill>
              <a:latin typeface="+mj-lt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3203A4B-0E86-7089-FDF3-2EC85ED5A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Mise en place d’un système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stateless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avec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sécuriser les accès.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타원 2">
            <a:extLst>
              <a:ext uri="{FF2B5EF4-FFF2-40B4-BE49-F238E27FC236}">
                <a16:creationId xmlns:a16="http://schemas.microsoft.com/office/drawing/2014/main" id="{18D59D4B-1B68-D983-C024-6CA4D7AE9806}"/>
              </a:ext>
            </a:extLst>
          </p:cNvPr>
          <p:cNvSpPr/>
          <p:nvPr/>
        </p:nvSpPr>
        <p:spPr>
          <a:xfrm>
            <a:off x="402611" y="1276926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S4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타원 2">
            <a:extLst>
              <a:ext uri="{FF2B5EF4-FFF2-40B4-BE49-F238E27FC236}">
                <a16:creationId xmlns:a16="http://schemas.microsoft.com/office/drawing/2014/main" id="{0EEA07B6-DACF-C836-A470-428B52EEDE0B}"/>
              </a:ext>
            </a:extLst>
          </p:cNvPr>
          <p:cNvSpPr/>
          <p:nvPr/>
        </p:nvSpPr>
        <p:spPr>
          <a:xfrm>
            <a:off x="3297330" y="1285682"/>
            <a:ext cx="914400" cy="914400"/>
          </a:xfrm>
          <a:prstGeom prst="ellipse">
            <a:avLst/>
          </a:prstGeom>
          <a:solidFill>
            <a:srgbClr val="FD6668"/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S4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0" name="Espace réservé pour une image  39">
            <a:extLst>
              <a:ext uri="{FF2B5EF4-FFF2-40B4-BE49-F238E27FC236}">
                <a16:creationId xmlns:a16="http://schemas.microsoft.com/office/drawing/2014/main" id="{B5CAD5FB-BCD5-F45C-F520-C516679F389B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1" r="1561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33016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FA65C-8290-90BC-5976-1A59E59B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6">
            <a:extLst>
              <a:ext uri="{FF2B5EF4-FFF2-40B4-BE49-F238E27FC236}">
                <a16:creationId xmlns:a16="http://schemas.microsoft.com/office/drawing/2014/main" id="{2204EDD8-C73C-F16C-8C6C-8361CDFA2320}"/>
              </a:ext>
            </a:extLst>
          </p:cNvPr>
          <p:cNvSpPr txBox="1"/>
          <p:nvPr/>
        </p:nvSpPr>
        <p:spPr>
          <a:xfrm>
            <a:off x="1098826" y="2148933"/>
            <a:ext cx="5703756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defPPr>
              <a:defRPr lang="ko-KR"/>
            </a:defPPr>
            <a:lvl1pPr>
              <a:defRPr sz="3200">
                <a:solidFill>
                  <a:srgbClr val="475DE6"/>
                </a:solidFill>
                <a:latin typeface="+mj-lt"/>
              </a:defRPr>
            </a:lvl1pPr>
          </a:lstStyle>
          <a:p>
            <a:r>
              <a:rPr lang="en-US" altLang="ko-KR" b="1" dirty="0">
                <a:solidFill>
                  <a:srgbClr val="040146"/>
                </a:solidFill>
                <a:latin typeface="+mn-lt"/>
              </a:rPr>
              <a:t>2. </a:t>
            </a:r>
            <a:r>
              <a:rPr lang="en-US" altLang="ko-KR" b="1" dirty="0">
                <a:solidFill>
                  <a:srgbClr val="040146"/>
                </a:solidFill>
              </a:rPr>
              <a:t>Développement</a:t>
            </a:r>
            <a:endParaRPr lang="ko-KR" altLang="en-US" b="1" dirty="0">
              <a:solidFill>
                <a:srgbClr val="040146"/>
              </a:solidFill>
            </a:endParaRPr>
          </a:p>
        </p:txBody>
      </p:sp>
      <p:sp>
        <p:nvSpPr>
          <p:cNvPr id="5" name="직사각형 18">
            <a:extLst>
              <a:ext uri="{FF2B5EF4-FFF2-40B4-BE49-F238E27FC236}">
                <a16:creationId xmlns:a16="http://schemas.microsoft.com/office/drawing/2014/main" id="{25CAE849-371E-6CE7-29D9-C88BD2CE615C}"/>
              </a:ext>
            </a:extLst>
          </p:cNvPr>
          <p:cNvSpPr/>
          <p:nvPr/>
        </p:nvSpPr>
        <p:spPr>
          <a:xfrm>
            <a:off x="6425648" y="980715"/>
            <a:ext cx="4777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3. Connection avec MongoDB</a:t>
            </a:r>
          </a:p>
        </p:txBody>
      </p:sp>
      <p:pic>
        <p:nvPicPr>
          <p:cNvPr id="9" name="Image 8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5EF0E917-8E4F-29EF-E32B-05E7F86EC0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50" r="20690" b="-322"/>
          <a:stretch>
            <a:fillRect/>
          </a:stretch>
        </p:blipFill>
        <p:spPr>
          <a:xfrm>
            <a:off x="3745521" y="2739984"/>
            <a:ext cx="6928081" cy="404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063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923EE-6A6F-60FA-FF55-7BA212001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CB7FD6B0-3B3C-637F-46F6-9A97B337D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935" y="3749249"/>
            <a:ext cx="4569865" cy="3108751"/>
          </a:xfrm>
          <a:prstGeom prst="rect">
            <a:avLst/>
          </a:prstGeom>
        </p:spPr>
      </p:pic>
      <p:sp>
        <p:nvSpPr>
          <p:cNvPr id="11" name="TextBox 16">
            <a:extLst>
              <a:ext uri="{FF2B5EF4-FFF2-40B4-BE49-F238E27FC236}">
                <a16:creationId xmlns:a16="http://schemas.microsoft.com/office/drawing/2014/main" id="{031FBD78-913B-763E-E08F-447F0A9E4FC0}"/>
              </a:ext>
            </a:extLst>
          </p:cNvPr>
          <p:cNvSpPr txBox="1"/>
          <p:nvPr/>
        </p:nvSpPr>
        <p:spPr>
          <a:xfrm>
            <a:off x="1098826" y="2148933"/>
            <a:ext cx="5703756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defPPr>
              <a:defRPr lang="ko-KR"/>
            </a:defPPr>
            <a:lvl1pPr>
              <a:defRPr sz="3200">
                <a:solidFill>
                  <a:srgbClr val="475DE6"/>
                </a:solidFill>
                <a:latin typeface="+mj-lt"/>
              </a:defRPr>
            </a:lvl1pPr>
          </a:lstStyle>
          <a:p>
            <a:r>
              <a:rPr lang="en-US" altLang="ko-KR" b="1" dirty="0">
                <a:solidFill>
                  <a:srgbClr val="040146"/>
                </a:solidFill>
                <a:latin typeface="+mn-lt"/>
              </a:rPr>
              <a:t>2. </a:t>
            </a:r>
            <a:r>
              <a:rPr lang="en-US" altLang="ko-KR" b="1" dirty="0">
                <a:solidFill>
                  <a:srgbClr val="040146"/>
                </a:solidFill>
              </a:rPr>
              <a:t>Développement</a:t>
            </a:r>
            <a:endParaRPr lang="ko-KR" altLang="en-US" b="1" dirty="0">
              <a:solidFill>
                <a:srgbClr val="040146"/>
              </a:solidFill>
            </a:endParaRPr>
          </a:p>
        </p:txBody>
      </p:sp>
      <p:sp>
        <p:nvSpPr>
          <p:cNvPr id="5" name="직사각형 18">
            <a:extLst>
              <a:ext uri="{FF2B5EF4-FFF2-40B4-BE49-F238E27FC236}">
                <a16:creationId xmlns:a16="http://schemas.microsoft.com/office/drawing/2014/main" id="{31025CB6-2B53-1C9B-5306-B0ED37A8080A}"/>
              </a:ext>
            </a:extLst>
          </p:cNvPr>
          <p:cNvSpPr/>
          <p:nvPr/>
        </p:nvSpPr>
        <p:spPr>
          <a:xfrm>
            <a:off x="6425648" y="980715"/>
            <a:ext cx="4777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4. Machine Learning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926FD35-B2A1-4805-59DF-00435F212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26" y="2762036"/>
            <a:ext cx="10104348" cy="3334434"/>
          </a:xfrm>
          <a:prstGeom prst="rect">
            <a:avLst/>
          </a:prstGeom>
        </p:spPr>
      </p:pic>
      <p:sp>
        <p:nvSpPr>
          <p:cNvPr id="6" name="TextBox 17">
            <a:extLst>
              <a:ext uri="{FF2B5EF4-FFF2-40B4-BE49-F238E27FC236}">
                <a16:creationId xmlns:a16="http://schemas.microsoft.com/office/drawing/2014/main" id="{D969DC00-5C1F-4FDD-B50C-14A4C176727F}"/>
              </a:ext>
            </a:extLst>
          </p:cNvPr>
          <p:cNvSpPr txBox="1"/>
          <p:nvPr/>
        </p:nvSpPr>
        <p:spPr>
          <a:xfrm>
            <a:off x="6425648" y="1487213"/>
            <a:ext cx="55862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Avec une </a:t>
            </a:r>
            <a:r>
              <a:rPr lang="fr-FR" sz="1400" dirty="0">
                <a:solidFill>
                  <a:schemeClr val="accent1"/>
                </a:solidFill>
              </a:rPr>
              <a:t>préparation</a:t>
            </a:r>
            <a:r>
              <a:rPr lang="fr-FR" sz="1400" dirty="0"/>
              <a:t> du système passant par la </a:t>
            </a:r>
            <a:r>
              <a:rPr lang="fr-FR" sz="1400" dirty="0">
                <a:solidFill>
                  <a:schemeClr val="accent1"/>
                </a:solidFill>
              </a:rPr>
              <a:t>collecte</a:t>
            </a:r>
            <a:r>
              <a:rPr lang="fr-FR" sz="1400" dirty="0"/>
              <a:t>,    </a:t>
            </a:r>
            <a:r>
              <a:rPr lang="fr-FR" sz="1400" dirty="0">
                <a:solidFill>
                  <a:schemeClr val="accent1"/>
                </a:solidFill>
              </a:rPr>
              <a:t> l</a:t>
            </a:r>
            <a:r>
              <a:rPr lang="fr-FR" sz="1400" b="1" dirty="0">
                <a:solidFill>
                  <a:schemeClr val="accent1"/>
                </a:solidFill>
              </a:rPr>
              <a:t>’entraînement</a:t>
            </a:r>
            <a:r>
              <a:rPr lang="fr-FR" sz="1400" dirty="0"/>
              <a:t> et le </a:t>
            </a:r>
            <a:r>
              <a:rPr lang="fr-FR" sz="1400" b="1" dirty="0">
                <a:solidFill>
                  <a:schemeClr val="accent1"/>
                </a:solidFill>
              </a:rPr>
              <a:t>déploiement</a:t>
            </a:r>
            <a:r>
              <a:rPr lang="fr-FR" sz="1400" dirty="0"/>
              <a:t> du modèle, puis une </a:t>
            </a:r>
            <a:r>
              <a:rPr lang="fr-FR" sz="1400" dirty="0">
                <a:solidFill>
                  <a:schemeClr val="accent1"/>
                </a:solidFill>
              </a:rPr>
              <a:t>phase d’exploitation</a:t>
            </a:r>
            <a:r>
              <a:rPr lang="fr-FR" sz="1400" dirty="0"/>
              <a:t> permettant la prédiction des emprunts en temps réel et l’affichage du </a:t>
            </a:r>
            <a:r>
              <a:rPr lang="fr-FR" sz="1400" b="1" dirty="0">
                <a:solidFill>
                  <a:schemeClr val="accent1"/>
                </a:solidFill>
              </a:rPr>
              <a:t>Top 10 </a:t>
            </a:r>
            <a:r>
              <a:rPr lang="fr-FR" sz="1400" dirty="0"/>
              <a:t>des livres empruntés.</a:t>
            </a:r>
          </a:p>
          <a:p>
            <a:endParaRPr lang="fr-FR" sz="1400" dirty="0"/>
          </a:p>
          <a:p>
            <a:pPr algn="just"/>
            <a:endParaRPr lang="ko-KR" altLang="en-US" sz="1400" dirty="0">
              <a:solidFill>
                <a:srgbClr val="0401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209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A1064EE-C666-42F3-9F61-A88AE02CFA86}"/>
              </a:ext>
            </a:extLst>
          </p:cNvPr>
          <p:cNvSpPr txBox="1"/>
          <p:nvPr/>
        </p:nvSpPr>
        <p:spPr>
          <a:xfrm>
            <a:off x="1119417" y="1603757"/>
            <a:ext cx="5818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40146"/>
                </a:solidFill>
              </a:rPr>
              <a:t>2. Développement</a:t>
            </a:r>
            <a:endParaRPr lang="ko-KR" altLang="en-US" sz="2400" b="1" dirty="0">
              <a:solidFill>
                <a:srgbClr val="040146"/>
              </a:solidFill>
            </a:endParaRPr>
          </a:p>
          <a:p>
            <a:endParaRPr lang="ko-KR" altLang="en-US" sz="2400" dirty="0">
              <a:solidFill>
                <a:srgbClr val="040146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816FAC-D453-439E-8275-F6C09D3DFC6C}"/>
              </a:ext>
            </a:extLst>
          </p:cNvPr>
          <p:cNvSpPr txBox="1"/>
          <p:nvPr/>
        </p:nvSpPr>
        <p:spPr>
          <a:xfrm>
            <a:off x="1247540" y="2616126"/>
            <a:ext cx="5177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40146"/>
                </a:solidFill>
                <a:latin typeface="+mj-lt"/>
              </a:rPr>
              <a:t>1. </a:t>
            </a:r>
            <a:r>
              <a:rPr lang="en-US" altLang="ko-KR" sz="2000" dirty="0" err="1">
                <a:solidFill>
                  <a:srgbClr val="040146"/>
                </a:solidFill>
                <a:latin typeface="+mj-lt"/>
              </a:rPr>
              <a:t>Déploiement</a:t>
            </a:r>
            <a:r>
              <a:rPr lang="en-US" altLang="ko-KR" sz="2000" dirty="0">
                <a:solidFill>
                  <a:srgbClr val="040146"/>
                </a:solidFill>
                <a:latin typeface="+mj-lt"/>
              </a:rPr>
              <a:t> de </a:t>
            </a:r>
            <a:r>
              <a:rPr lang="en-US" altLang="ko-KR" sz="2000" dirty="0" err="1">
                <a:solidFill>
                  <a:srgbClr val="040146"/>
                </a:solidFill>
                <a:latin typeface="+mj-lt"/>
              </a:rPr>
              <a:t>l’API</a:t>
            </a:r>
            <a:r>
              <a:rPr lang="en-US" altLang="ko-KR" sz="2000" dirty="0">
                <a:solidFill>
                  <a:srgbClr val="040146"/>
                </a:solidFill>
                <a:latin typeface="+mj-lt"/>
              </a:rPr>
              <a:t> </a:t>
            </a:r>
            <a:r>
              <a:rPr lang="en-US" altLang="ko-KR" sz="2000" dirty="0" err="1">
                <a:solidFill>
                  <a:srgbClr val="040146"/>
                </a:solidFill>
                <a:latin typeface="+mj-lt"/>
              </a:rPr>
              <a:t>FastAPI</a:t>
            </a:r>
            <a:r>
              <a:rPr lang="en-US" altLang="ko-KR" sz="2000" dirty="0">
                <a:solidFill>
                  <a:srgbClr val="040146"/>
                </a:solidFill>
                <a:latin typeface="+mj-lt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E40A8A-0F75-4F77-B9DD-5EE65FDBB62B}"/>
              </a:ext>
            </a:extLst>
          </p:cNvPr>
          <p:cNvSpPr txBox="1"/>
          <p:nvPr/>
        </p:nvSpPr>
        <p:spPr>
          <a:xfrm>
            <a:off x="1247541" y="3080905"/>
            <a:ext cx="51772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>
                <a:solidFill>
                  <a:srgbClr val="4D4D4D"/>
                </a:solidFill>
              </a:defRPr>
            </a:lvl1pPr>
          </a:lstStyle>
          <a:p>
            <a:r>
              <a:rPr lang="en-US" altLang="ko-KR" dirty="0">
                <a:solidFill>
                  <a:srgbClr val="040146"/>
                </a:solidFill>
              </a:rPr>
              <a:t>Le </a:t>
            </a:r>
            <a:r>
              <a:rPr lang="en-US" altLang="ko-KR" dirty="0" err="1">
                <a:solidFill>
                  <a:srgbClr val="040146"/>
                </a:solidFill>
              </a:rPr>
              <a:t>modèle</a:t>
            </a:r>
            <a:r>
              <a:rPr lang="en-US" altLang="ko-KR" dirty="0">
                <a:solidFill>
                  <a:srgbClr val="040146"/>
                </a:solidFill>
              </a:rPr>
              <a:t> de prediction </a:t>
            </a:r>
            <a:r>
              <a:rPr lang="en-US" altLang="ko-KR" dirty="0" err="1">
                <a:solidFill>
                  <a:srgbClr val="040146"/>
                </a:solidFill>
              </a:rPr>
              <a:t>est</a:t>
            </a:r>
            <a:r>
              <a:rPr lang="en-US" altLang="ko-KR" dirty="0">
                <a:solidFill>
                  <a:srgbClr val="040146"/>
                </a:solidFill>
              </a:rPr>
              <a:t> encapsule dans un service Web RESTFUL ,</a:t>
            </a:r>
            <a:r>
              <a:rPr lang="en-US" altLang="ko-KR" dirty="0" err="1">
                <a:solidFill>
                  <a:srgbClr val="040146"/>
                </a:solidFill>
              </a:rPr>
              <a:t>sécurisé</a:t>
            </a:r>
            <a:r>
              <a:rPr lang="en-US" altLang="ko-KR" dirty="0">
                <a:solidFill>
                  <a:srgbClr val="040146"/>
                </a:solidFill>
              </a:rPr>
              <a:t> par </a:t>
            </a:r>
            <a:r>
              <a:rPr lang="en-US" altLang="ko-KR" dirty="0" err="1">
                <a:solidFill>
                  <a:srgbClr val="040146"/>
                </a:solidFill>
              </a:rPr>
              <a:t>FastAPI</a:t>
            </a:r>
            <a:r>
              <a:rPr lang="en-US" altLang="ko-KR" dirty="0">
                <a:solidFill>
                  <a:srgbClr val="040146"/>
                </a:solidFill>
              </a:rPr>
              <a:t>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CE81F1-6A35-4A41-8A22-9DE45997EF8F}"/>
              </a:ext>
            </a:extLst>
          </p:cNvPr>
          <p:cNvSpPr txBox="1"/>
          <p:nvPr/>
        </p:nvSpPr>
        <p:spPr>
          <a:xfrm>
            <a:off x="1247540" y="4168322"/>
            <a:ext cx="5177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1">
                <a:solidFill>
                  <a:srgbClr val="00C4CC"/>
                </a:solidFill>
              </a:defRPr>
            </a:lvl1pPr>
          </a:lstStyle>
          <a:p>
            <a:r>
              <a:rPr lang="en-US" altLang="ko-KR" b="0" dirty="0">
                <a:solidFill>
                  <a:srgbClr val="040146"/>
                </a:solidFill>
                <a:latin typeface="+mj-lt"/>
              </a:rPr>
              <a:t>2. Liaison Front-End </a:t>
            </a:r>
            <a:r>
              <a:rPr lang="fr-FR" dirty="0"/>
              <a:t> </a:t>
            </a:r>
            <a:endParaRPr lang="en-US" altLang="ko-KR" b="0" dirty="0">
              <a:solidFill>
                <a:srgbClr val="040146"/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D8FC45-C13E-418A-B02A-F83353C113D5}"/>
              </a:ext>
            </a:extLst>
          </p:cNvPr>
          <p:cNvSpPr txBox="1"/>
          <p:nvPr/>
        </p:nvSpPr>
        <p:spPr>
          <a:xfrm>
            <a:off x="1247541" y="4633101"/>
            <a:ext cx="51772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>
                <a:solidFill>
                  <a:srgbClr val="4D4D4D"/>
                </a:solidFill>
              </a:defRPr>
            </a:lvl1pPr>
          </a:lstStyle>
          <a:p>
            <a:pPr algn="just"/>
            <a:r>
              <a:rPr lang="en-US" altLang="ko-KR" dirty="0" err="1">
                <a:solidFill>
                  <a:srgbClr val="040146"/>
                </a:solidFill>
              </a:rPr>
              <a:t>L’application</a:t>
            </a:r>
            <a:r>
              <a:rPr lang="en-US" altLang="ko-KR" dirty="0">
                <a:solidFill>
                  <a:srgbClr val="040146"/>
                </a:solidFill>
              </a:rPr>
              <a:t> </a:t>
            </a:r>
            <a:r>
              <a:rPr lang="en-US" altLang="ko-KR" dirty="0" err="1">
                <a:solidFill>
                  <a:srgbClr val="040146"/>
                </a:solidFill>
              </a:rPr>
              <a:t>NestJS</a:t>
            </a:r>
            <a:r>
              <a:rPr lang="en-US" altLang="ko-KR" dirty="0">
                <a:solidFill>
                  <a:srgbClr val="040146"/>
                </a:solidFill>
              </a:rPr>
              <a:t>/React </a:t>
            </a:r>
            <a:r>
              <a:rPr lang="en-US" altLang="ko-KR" dirty="0" err="1">
                <a:solidFill>
                  <a:srgbClr val="040146"/>
                </a:solidFill>
              </a:rPr>
              <a:t>effectue</a:t>
            </a:r>
            <a:r>
              <a:rPr lang="en-US" altLang="ko-KR" dirty="0">
                <a:solidFill>
                  <a:srgbClr val="040146"/>
                </a:solidFill>
              </a:rPr>
              <a:t> des </a:t>
            </a:r>
            <a:r>
              <a:rPr lang="en-US" altLang="ko-KR" dirty="0" err="1">
                <a:solidFill>
                  <a:srgbClr val="040146"/>
                </a:solidFill>
              </a:rPr>
              <a:t>requetes</a:t>
            </a:r>
            <a:r>
              <a:rPr lang="en-US" altLang="ko-KR" dirty="0">
                <a:solidFill>
                  <a:srgbClr val="040146"/>
                </a:solidFill>
              </a:rPr>
              <a:t> HTTP Post </a:t>
            </a:r>
            <a:r>
              <a:rPr lang="en-US" altLang="ko-KR" dirty="0" err="1">
                <a:solidFill>
                  <a:srgbClr val="040146"/>
                </a:solidFill>
              </a:rPr>
              <a:t>vers</a:t>
            </a:r>
            <a:r>
              <a:rPr lang="en-US" altLang="ko-KR" dirty="0">
                <a:solidFill>
                  <a:srgbClr val="040146"/>
                </a:solidFill>
              </a:rPr>
              <a:t> L’API </a:t>
            </a:r>
            <a:r>
              <a:rPr lang="en-US" altLang="ko-KR" dirty="0" err="1">
                <a:solidFill>
                  <a:srgbClr val="040146"/>
                </a:solidFill>
              </a:rPr>
              <a:t>Offrant</a:t>
            </a:r>
            <a:r>
              <a:rPr lang="en-US" altLang="ko-KR" dirty="0">
                <a:solidFill>
                  <a:srgbClr val="040146"/>
                </a:solidFill>
              </a:rPr>
              <a:t> </a:t>
            </a:r>
            <a:r>
              <a:rPr lang="en-US" altLang="ko-KR" dirty="0" err="1">
                <a:solidFill>
                  <a:srgbClr val="040146"/>
                </a:solidFill>
              </a:rPr>
              <a:t>une</a:t>
            </a:r>
            <a:r>
              <a:rPr lang="en-US" altLang="ko-KR" dirty="0">
                <a:solidFill>
                  <a:srgbClr val="040146"/>
                </a:solidFill>
              </a:rPr>
              <a:t> prediction </a:t>
            </a:r>
            <a:r>
              <a:rPr lang="en-US" altLang="ko-KR" dirty="0" err="1">
                <a:solidFill>
                  <a:srgbClr val="040146"/>
                </a:solidFill>
              </a:rPr>
              <a:t>en</a:t>
            </a:r>
            <a:r>
              <a:rPr lang="en-US" altLang="ko-KR" dirty="0">
                <a:solidFill>
                  <a:srgbClr val="040146"/>
                </a:solidFill>
              </a:rPr>
              <a:t> temps reel aux </a:t>
            </a:r>
            <a:r>
              <a:rPr lang="en-US" altLang="ko-KR" dirty="0" err="1">
                <a:solidFill>
                  <a:srgbClr val="040146"/>
                </a:solidFill>
              </a:rPr>
              <a:t>utilisateurs</a:t>
            </a:r>
            <a:r>
              <a:rPr lang="en-US" altLang="ko-KR" dirty="0">
                <a:solidFill>
                  <a:srgbClr val="040146"/>
                </a:solidFill>
              </a:rPr>
              <a:t> et </a:t>
            </a:r>
            <a:r>
              <a:rPr lang="en-US" altLang="ko-KR" dirty="0" err="1">
                <a:solidFill>
                  <a:srgbClr val="040146"/>
                </a:solidFill>
              </a:rPr>
              <a:t>affichanr</a:t>
            </a:r>
            <a:r>
              <a:rPr lang="en-US" altLang="ko-KR" dirty="0">
                <a:solidFill>
                  <a:srgbClr val="040146"/>
                </a:solidFill>
              </a:rPr>
              <a:t> le Top 10 des livres </a:t>
            </a:r>
            <a:r>
              <a:rPr lang="en-US" altLang="ko-KR" dirty="0" err="1">
                <a:solidFill>
                  <a:srgbClr val="040146"/>
                </a:solidFill>
              </a:rPr>
              <a:t>prédits</a:t>
            </a:r>
            <a:r>
              <a:rPr lang="fr-FR" dirty="0"/>
              <a:t>.</a:t>
            </a:r>
          </a:p>
          <a:p>
            <a:pPr algn="just"/>
            <a:r>
              <a:rPr lang="en-US" altLang="ko-KR" dirty="0">
                <a:solidFill>
                  <a:srgbClr val="040146"/>
                </a:solidFill>
              </a:rPr>
              <a:t>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812F469-A174-2675-DC40-D951986E9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805" y="1887084"/>
            <a:ext cx="5642610" cy="45624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1B437A7-A83D-4766-B97B-6494F9A0FB5D}"/>
              </a:ext>
            </a:extLst>
          </p:cNvPr>
          <p:cNvSpPr txBox="1"/>
          <p:nvPr/>
        </p:nvSpPr>
        <p:spPr>
          <a:xfrm>
            <a:off x="6725787" y="1053947"/>
            <a:ext cx="6472659" cy="3827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5. </a:t>
            </a:r>
            <a:r>
              <a:rPr lang="en-US" altLang="ko-KR" dirty="0" err="1">
                <a:solidFill>
                  <a:srgbClr val="040146"/>
                </a:solidFill>
                <a:latin typeface="+mj-lt"/>
              </a:rPr>
              <a:t>Intégration</a:t>
            </a:r>
            <a:r>
              <a:rPr lang="en-US" altLang="ko-KR" dirty="0">
                <a:solidFill>
                  <a:srgbClr val="040146"/>
                </a:solidFill>
                <a:latin typeface="+mj-lt"/>
              </a:rPr>
              <a:t> </a:t>
            </a:r>
            <a:r>
              <a:rPr lang="en-US" altLang="ko-KR" dirty="0">
                <a:solidFill>
                  <a:srgbClr val="040146"/>
                </a:solidFill>
                <a:latin typeface="Poppins SemiBold"/>
                <a:ea typeface="Arial Unicode MS"/>
                <a:cs typeface="Poppins SemiBold"/>
              </a:rPr>
              <a:t>du </a:t>
            </a:r>
            <a:r>
              <a:rPr lang="en-US" altLang="ko-KR" dirty="0" err="1">
                <a:solidFill>
                  <a:srgbClr val="040146"/>
                </a:solidFill>
                <a:latin typeface="Poppins SemiBold"/>
                <a:ea typeface="Arial Unicode MS"/>
                <a:cs typeface="Poppins SemiBold"/>
              </a:rPr>
              <a:t>Modèle</a:t>
            </a:r>
            <a:r>
              <a:rPr lang="en-US" altLang="ko-KR" dirty="0">
                <a:solidFill>
                  <a:srgbClr val="040146"/>
                </a:solidFill>
                <a:latin typeface="Poppins SemiBold"/>
                <a:ea typeface="Arial Unicode MS"/>
                <a:cs typeface="Poppins SemiBold"/>
              </a:rPr>
              <a:t> de Machine Learning </a:t>
            </a:r>
            <a:endParaRPr lang="en-US" dirty="0">
              <a:solidFill>
                <a:srgbClr val="040146"/>
              </a:solidFill>
              <a:latin typeface="Poppins Light"/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397264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223D2-A463-039E-A31C-2BB5AEF3A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6">
            <a:extLst>
              <a:ext uri="{FF2B5EF4-FFF2-40B4-BE49-F238E27FC236}">
                <a16:creationId xmlns:a16="http://schemas.microsoft.com/office/drawing/2014/main" id="{990B3E4B-7008-2721-4101-73B7189EFFA1}"/>
              </a:ext>
            </a:extLst>
          </p:cNvPr>
          <p:cNvSpPr txBox="1"/>
          <p:nvPr/>
        </p:nvSpPr>
        <p:spPr>
          <a:xfrm>
            <a:off x="1098826" y="2148933"/>
            <a:ext cx="5703756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defPPr>
              <a:defRPr lang="ko-KR"/>
            </a:defPPr>
            <a:lvl1pPr>
              <a:defRPr sz="3200">
                <a:solidFill>
                  <a:srgbClr val="475DE6"/>
                </a:solidFill>
                <a:latin typeface="+mj-lt"/>
              </a:defRPr>
            </a:lvl1pPr>
          </a:lstStyle>
          <a:p>
            <a:r>
              <a:rPr lang="en-US" altLang="ko-KR" b="1" dirty="0">
                <a:solidFill>
                  <a:srgbClr val="040146"/>
                </a:solidFill>
                <a:latin typeface="+mn-lt"/>
              </a:rPr>
              <a:t>3. </a:t>
            </a:r>
            <a:r>
              <a:rPr lang="en-US" altLang="ko-KR" b="1" dirty="0">
                <a:solidFill>
                  <a:srgbClr val="040146"/>
                </a:solidFill>
              </a:rPr>
              <a:t>Déploiement</a:t>
            </a:r>
            <a:endParaRPr lang="ko-KR" altLang="en-US" b="1" dirty="0">
              <a:solidFill>
                <a:srgbClr val="040146"/>
              </a:solidFill>
            </a:endParaRPr>
          </a:p>
        </p:txBody>
      </p:sp>
      <p:sp>
        <p:nvSpPr>
          <p:cNvPr id="2" name="직사각형 18">
            <a:extLst>
              <a:ext uri="{FF2B5EF4-FFF2-40B4-BE49-F238E27FC236}">
                <a16:creationId xmlns:a16="http://schemas.microsoft.com/office/drawing/2014/main" id="{AA819FB4-FA28-78CC-55A5-F8DAEE404DAC}"/>
              </a:ext>
            </a:extLst>
          </p:cNvPr>
          <p:cNvSpPr/>
          <p:nvPr/>
        </p:nvSpPr>
        <p:spPr>
          <a:xfrm>
            <a:off x="6425648" y="980715"/>
            <a:ext cx="4777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4. Conteneurisation avec Docker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2163FD7-1B31-5526-AFB1-81C80F642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640" y="3010155"/>
            <a:ext cx="8538719" cy="2671294"/>
          </a:xfrm>
          <a:prstGeom prst="rect">
            <a:avLst/>
          </a:prstGeom>
        </p:spPr>
      </p:pic>
      <p:sp>
        <p:nvSpPr>
          <p:cNvPr id="5" name="TextBox 17">
            <a:extLst>
              <a:ext uri="{FF2B5EF4-FFF2-40B4-BE49-F238E27FC236}">
                <a16:creationId xmlns:a16="http://schemas.microsoft.com/office/drawing/2014/main" id="{115C26E6-42B8-5807-BD26-7EB7C75475D8}"/>
              </a:ext>
            </a:extLst>
          </p:cNvPr>
          <p:cNvSpPr txBox="1"/>
          <p:nvPr/>
        </p:nvSpPr>
        <p:spPr>
          <a:xfrm>
            <a:off x="6425648" y="1487213"/>
            <a:ext cx="55862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400" dirty="0"/>
              <a:t>Docker permet d’encapsuler une application complète  son code, ses dépendances et un mini-système (Linux) dans une image, pour qu’elle puisse s’exécuter de manière identique sur n’importe quelle machine</a:t>
            </a:r>
            <a:endParaRPr lang="ko-KR" altLang="en-US" sz="1400" dirty="0">
              <a:solidFill>
                <a:srgbClr val="0401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279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94D88-09BA-AC28-4B1C-CC2F51599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6">
            <a:extLst>
              <a:ext uri="{FF2B5EF4-FFF2-40B4-BE49-F238E27FC236}">
                <a16:creationId xmlns:a16="http://schemas.microsoft.com/office/drawing/2014/main" id="{B5030314-E656-5FF6-C39C-E9E3FC80B715}"/>
              </a:ext>
            </a:extLst>
          </p:cNvPr>
          <p:cNvSpPr txBox="1"/>
          <p:nvPr/>
        </p:nvSpPr>
        <p:spPr>
          <a:xfrm>
            <a:off x="988826" y="918378"/>
            <a:ext cx="5703756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defPPr>
              <a:defRPr lang="ko-KR"/>
            </a:defPPr>
            <a:lvl1pPr>
              <a:defRPr sz="3200">
                <a:solidFill>
                  <a:srgbClr val="475DE6"/>
                </a:solidFill>
                <a:latin typeface="+mj-lt"/>
              </a:defRPr>
            </a:lvl1pPr>
          </a:lstStyle>
          <a:p>
            <a:r>
              <a:rPr lang="en-US" altLang="ko-KR" b="1" dirty="0">
                <a:solidFill>
                  <a:srgbClr val="040146"/>
                </a:solidFill>
                <a:latin typeface="+mn-lt"/>
              </a:rPr>
              <a:t>3. </a:t>
            </a:r>
            <a:r>
              <a:rPr lang="en-US" altLang="ko-KR" b="1" dirty="0">
                <a:solidFill>
                  <a:srgbClr val="040146"/>
                </a:solidFill>
              </a:rPr>
              <a:t>Déploiement</a:t>
            </a:r>
            <a:endParaRPr lang="ko-KR" altLang="en-US" b="1" dirty="0">
              <a:solidFill>
                <a:srgbClr val="040146"/>
              </a:solidFill>
            </a:endParaRPr>
          </a:p>
        </p:txBody>
      </p:sp>
      <p:sp>
        <p:nvSpPr>
          <p:cNvPr id="2" name="직사각형 18">
            <a:extLst>
              <a:ext uri="{FF2B5EF4-FFF2-40B4-BE49-F238E27FC236}">
                <a16:creationId xmlns:a16="http://schemas.microsoft.com/office/drawing/2014/main" id="{0C554937-F355-87FD-5488-10082B5EFA1B}"/>
              </a:ext>
            </a:extLst>
          </p:cNvPr>
          <p:cNvSpPr/>
          <p:nvPr/>
        </p:nvSpPr>
        <p:spPr>
          <a:xfrm>
            <a:off x="6425648" y="980715"/>
            <a:ext cx="47775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4. Échanges de données entre </a:t>
            </a:r>
          </a:p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les services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BE9ECA8-1C56-1414-8309-48FC6FCF1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873" y="2858718"/>
            <a:ext cx="9493549" cy="3686960"/>
          </a:xfrm>
          <a:prstGeom prst="rect">
            <a:avLst/>
          </a:prstGeom>
        </p:spPr>
      </p:pic>
      <p:sp>
        <p:nvSpPr>
          <p:cNvPr id="7" name="TextBox 17">
            <a:extLst>
              <a:ext uri="{FF2B5EF4-FFF2-40B4-BE49-F238E27FC236}">
                <a16:creationId xmlns:a16="http://schemas.microsoft.com/office/drawing/2014/main" id="{4FD0541F-9B6E-91D9-8ABF-35F1DE4684BF}"/>
              </a:ext>
            </a:extLst>
          </p:cNvPr>
          <p:cNvSpPr txBox="1"/>
          <p:nvPr/>
        </p:nvSpPr>
        <p:spPr>
          <a:xfrm>
            <a:off x="6425647" y="1609743"/>
            <a:ext cx="55862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Tous les services communiquent entre eux via des </a:t>
            </a:r>
            <a:r>
              <a:rPr lang="fr-FR" sz="1400" dirty="0" err="1"/>
              <a:t>échangesde</a:t>
            </a:r>
            <a:r>
              <a:rPr lang="fr-FR" sz="1400" dirty="0"/>
              <a:t> données structurées, principalement en JSON. Le frontend dialogue avec le backend, le backend interagit avec MongoDB et l’API ML. Chaque échange est </a:t>
            </a:r>
            <a:r>
              <a:rPr lang="fr-FR" sz="1400" b="1" dirty="0"/>
              <a:t>bidirectionnel</a:t>
            </a:r>
            <a:r>
              <a:rPr lang="fr-FR" sz="1400" dirty="0"/>
              <a:t> : la requête déclenche toujours une réponse.</a:t>
            </a:r>
            <a:endParaRPr lang="ko-KR" altLang="en-US" sz="1400" dirty="0">
              <a:solidFill>
                <a:srgbClr val="040146"/>
              </a:solidFill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83AE816D-8F63-92B7-1C8A-3DF0A05298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9727" y="3958467"/>
            <a:ext cx="961404" cy="96140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A52C861-9103-2855-4BCC-E6AB837D6A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662" y="3909520"/>
            <a:ext cx="1094547" cy="1010351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86D2226B-0071-C4C1-285A-D604E64C5F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20244" y="3822713"/>
            <a:ext cx="1276305" cy="1232911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1D157BF7-CD30-1379-1984-D172AC142E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080" y="3941486"/>
            <a:ext cx="995363" cy="99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17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AA563-BCAF-8C28-AC9E-13D6EBB3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6">
            <a:extLst>
              <a:ext uri="{FF2B5EF4-FFF2-40B4-BE49-F238E27FC236}">
                <a16:creationId xmlns:a16="http://schemas.microsoft.com/office/drawing/2014/main" id="{4B595670-61D2-77A5-5397-C24796E92DDC}"/>
              </a:ext>
            </a:extLst>
          </p:cNvPr>
          <p:cNvSpPr txBox="1"/>
          <p:nvPr/>
        </p:nvSpPr>
        <p:spPr>
          <a:xfrm>
            <a:off x="988826" y="918378"/>
            <a:ext cx="5703756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defPPr>
              <a:defRPr lang="ko-KR"/>
            </a:defPPr>
            <a:lvl1pPr>
              <a:defRPr sz="3200">
                <a:solidFill>
                  <a:srgbClr val="475DE6"/>
                </a:solidFill>
                <a:latin typeface="+mj-lt"/>
              </a:defRPr>
            </a:lvl1pPr>
          </a:lstStyle>
          <a:p>
            <a:r>
              <a:rPr lang="en-US" altLang="ko-KR" b="1" dirty="0">
                <a:solidFill>
                  <a:srgbClr val="040146"/>
                </a:solidFill>
                <a:latin typeface="+mn-lt"/>
              </a:rPr>
              <a:t>3. </a:t>
            </a:r>
            <a:r>
              <a:rPr lang="en-US" altLang="ko-KR" b="1" dirty="0">
                <a:solidFill>
                  <a:srgbClr val="040146"/>
                </a:solidFill>
              </a:rPr>
              <a:t>Déploiement</a:t>
            </a:r>
            <a:endParaRPr lang="ko-KR" altLang="en-US" b="1" dirty="0">
              <a:solidFill>
                <a:srgbClr val="040146"/>
              </a:solidFill>
            </a:endParaRPr>
          </a:p>
        </p:txBody>
      </p:sp>
      <p:sp>
        <p:nvSpPr>
          <p:cNvPr id="2" name="직사각형 18">
            <a:extLst>
              <a:ext uri="{FF2B5EF4-FFF2-40B4-BE49-F238E27FC236}">
                <a16:creationId xmlns:a16="http://schemas.microsoft.com/office/drawing/2014/main" id="{1B97CF4D-E589-A829-600B-F6BD9F85EAA8}"/>
              </a:ext>
            </a:extLst>
          </p:cNvPr>
          <p:cNvSpPr/>
          <p:nvPr/>
        </p:nvSpPr>
        <p:spPr>
          <a:xfrm>
            <a:off x="6425648" y="980715"/>
            <a:ext cx="4777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40146"/>
                </a:solidFill>
                <a:latin typeface="+mj-lt"/>
              </a:rPr>
              <a:t>4. Docker Desktop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226CAA3-D318-FAAF-EE30-C4E7D3073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60" y="1565490"/>
            <a:ext cx="9424855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31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1A5185-63D0-4A8C-A249-BDD71C42AE54}"/>
              </a:ext>
            </a:extLst>
          </p:cNvPr>
          <p:cNvSpPr txBox="1"/>
          <p:nvPr/>
        </p:nvSpPr>
        <p:spPr>
          <a:xfrm>
            <a:off x="2806272" y="2551837"/>
            <a:ext cx="65794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sz="5400" b="0" dirty="0">
                <a:solidFill>
                  <a:srgbClr val="040146"/>
                </a:solidFill>
              </a:rPr>
              <a:t>Merci pour votre attention </a:t>
            </a:r>
          </a:p>
        </p:txBody>
      </p:sp>
    </p:spTree>
    <p:extLst>
      <p:ext uri="{BB962C8B-B14F-4D97-AF65-F5344CB8AC3E}">
        <p14:creationId xmlns:p14="http://schemas.microsoft.com/office/powerpoint/2010/main" val="1907620479"/>
      </p:ext>
    </p:extLst>
  </p:cSld>
  <p:clrMapOvr>
    <a:masterClrMapping/>
  </p:clrMapOvr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ppins SemiBold - Poppins Light">
      <a:majorFont>
        <a:latin typeface="Poppins SemiBold"/>
        <a:ea typeface="Arial Unicode MS"/>
        <a:cs typeface=""/>
      </a:majorFont>
      <a:minorFont>
        <a:latin typeface="Poppins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D6668"/>
        </a:solidFill>
        <a:ln w="76200" cap="flat">
          <a:noFill/>
          <a:prstDash val="solid"/>
          <a:miter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400" dirty="0" smtClean="0">
            <a:solidFill>
              <a:schemeClr val="bg1"/>
            </a:solidFill>
            <a:latin typeface="+mj-lt"/>
          </a:defRPr>
        </a:defPPr>
      </a:lstStyle>
    </a:spDef>
    <a:lnDef>
      <a:spPr>
        <a:ln w="1270">
          <a:solidFill>
            <a:srgbClr val="FE634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7256</TotalTime>
  <Words>711</Words>
  <Application>Microsoft Office PowerPoint</Application>
  <PresentationFormat>Grand écran</PresentationFormat>
  <Paragraphs>144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Poppins Light</vt:lpstr>
      <vt:lpstr>맑은 고딕</vt:lpstr>
      <vt:lpstr>Arial</vt:lpstr>
      <vt:lpstr>Poppins SemiBold</vt:lpstr>
      <vt:lpstr>Wingdings</vt:lpstr>
      <vt:lpstr>PPTMON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Ny Ela Ralantonisainana</cp:lastModifiedBy>
  <cp:revision>265</cp:revision>
  <dcterms:created xsi:type="dcterms:W3CDTF">2019-04-06T05:20:47Z</dcterms:created>
  <dcterms:modified xsi:type="dcterms:W3CDTF">2025-11-05T07:10:10Z</dcterms:modified>
</cp:coreProperties>
</file>